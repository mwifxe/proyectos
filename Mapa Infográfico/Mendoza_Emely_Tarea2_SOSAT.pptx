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Maragsa" pitchFamily="2" charset="0"/>
      <p:regular r:id="rId14"/>
    </p:embeddedFont>
    <p:embeddedFont>
      <p:font typeface="Play" pitchFamily="2" charset="0"/>
      <p:regular r:id="rId15"/>
    </p:embeddedFont>
    <p:embeddedFont>
      <p:font typeface="Play Bold" pitchFamily="2" charset="0"/>
      <p:regular r:id="rId16"/>
      <p:bold r:id="rId17"/>
    </p:embeddedFont>
    <p:embeddedFont>
      <p:font typeface="TAN Nimbus" pitchFamily="2" charset="77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 autoAdjust="0"/>
    <p:restoredTop sz="94595" autoAdjust="0"/>
  </p:normalViewPr>
  <p:slideViewPr>
    <p:cSldViewPr>
      <p:cViewPr varScale="1">
        <p:scale>
          <a:sx n="68" d="100"/>
          <a:sy n="68" d="100"/>
        </p:scale>
        <p:origin x="464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slide" Target="slide2.xml"/><Relationship Id="rId18" Type="http://schemas.openxmlformats.org/officeDocument/2006/relationships/slide" Target="slide6.xml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slide" Target="slide7.xml"/><Relationship Id="rId17" Type="http://schemas.openxmlformats.org/officeDocument/2006/relationships/slide" Target="slide5.xml"/><Relationship Id="rId2" Type="http://schemas.openxmlformats.org/officeDocument/2006/relationships/image" Target="../media/image1.jpeg"/><Relationship Id="rId16" Type="http://schemas.openxmlformats.org/officeDocument/2006/relationships/slide" Target="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slide" Target="slide3.xml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1.png"/><Relationship Id="rId18" Type="http://schemas.openxmlformats.org/officeDocument/2006/relationships/slide" Target="slide12.xml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slide" Target="slide1.xml"/><Relationship Id="rId17" Type="http://schemas.openxmlformats.org/officeDocument/2006/relationships/slide" Target="slide11.xml"/><Relationship Id="rId2" Type="http://schemas.openxmlformats.org/officeDocument/2006/relationships/image" Target="../media/image1.jpeg"/><Relationship Id="rId16" Type="http://schemas.openxmlformats.org/officeDocument/2006/relationships/slide" Target="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slide" Target="slide9.xml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slide" Target="slide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5.svg"/><Relationship Id="rId4" Type="http://schemas.openxmlformats.org/officeDocument/2006/relationships/image" Target="../media/image5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8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5.svg"/><Relationship Id="rId5" Type="http://schemas.openxmlformats.org/officeDocument/2006/relationships/image" Target="../media/image6.png"/><Relationship Id="rId10" Type="http://schemas.openxmlformats.org/officeDocument/2006/relationships/image" Target="../media/image14.png"/><Relationship Id="rId4" Type="http://schemas.openxmlformats.org/officeDocument/2006/relationships/image" Target="../media/image5.png"/><Relationship Id="rId9" Type="http://schemas.openxmlformats.org/officeDocument/2006/relationships/slide" Target="slide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7.jpeg"/><Relationship Id="rId7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slide" Target="slide1.xml"/><Relationship Id="rId5" Type="http://schemas.openxmlformats.org/officeDocument/2006/relationships/image" Target="../media/image19.png"/><Relationship Id="rId4" Type="http://schemas.openxmlformats.org/officeDocument/2006/relationships/image" Target="../media/image18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1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slide" Target="slide1.xml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.png"/><Relationship Id="rId7" Type="http://schemas.openxmlformats.org/officeDocument/2006/relationships/image" Target="../media/image8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5.svg"/><Relationship Id="rId5" Type="http://schemas.openxmlformats.org/officeDocument/2006/relationships/image" Target="../media/image6.png"/><Relationship Id="rId10" Type="http://schemas.openxmlformats.org/officeDocument/2006/relationships/image" Target="../media/image14.png"/><Relationship Id="rId4" Type="http://schemas.openxmlformats.org/officeDocument/2006/relationships/image" Target="../media/image5.png"/><Relationship Id="rId9" Type="http://schemas.openxmlformats.org/officeDocument/2006/relationships/slide" Target="slide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2.png"/><Relationship Id="rId7" Type="http://schemas.openxmlformats.org/officeDocument/2006/relationships/image" Target="../media/image10.svg"/><Relationship Id="rId12" Type="http://schemas.openxmlformats.org/officeDocument/2006/relationships/image" Target="../media/image33.png"/><Relationship Id="rId2" Type="http://schemas.openxmlformats.org/officeDocument/2006/relationships/image" Target="../media/image1.jpe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32.png"/><Relationship Id="rId5" Type="http://schemas.openxmlformats.org/officeDocument/2006/relationships/image" Target="../media/image6.png"/><Relationship Id="rId15" Type="http://schemas.openxmlformats.org/officeDocument/2006/relationships/image" Target="../media/image14.png"/><Relationship Id="rId10" Type="http://schemas.openxmlformats.org/officeDocument/2006/relationships/image" Target="../media/image31.png"/><Relationship Id="rId4" Type="http://schemas.openxmlformats.org/officeDocument/2006/relationships/image" Target="../media/image5.png"/><Relationship Id="rId9" Type="http://schemas.openxmlformats.org/officeDocument/2006/relationships/image" Target="../media/image30.png"/><Relationship Id="rId14" Type="http://schemas.openxmlformats.org/officeDocument/2006/relationships/slide" Target="slide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5.svg"/><Relationship Id="rId3" Type="http://schemas.openxmlformats.org/officeDocument/2006/relationships/image" Target="../media/image2.png"/><Relationship Id="rId7" Type="http://schemas.openxmlformats.org/officeDocument/2006/relationships/image" Target="../media/image10.svg"/><Relationship Id="rId12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slide" Target="slide2.xml"/><Relationship Id="rId5" Type="http://schemas.openxmlformats.org/officeDocument/2006/relationships/image" Target="../media/image6.png"/><Relationship Id="rId10" Type="http://schemas.openxmlformats.org/officeDocument/2006/relationships/image" Target="../media/image35.png"/><Relationship Id="rId4" Type="http://schemas.openxmlformats.org/officeDocument/2006/relationships/image" Target="../media/image5.png"/><Relationship Id="rId9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8.svg"/><Relationship Id="rId12" Type="http://schemas.openxmlformats.org/officeDocument/2006/relationships/slide" Target="slide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39.png"/><Relationship Id="rId5" Type="http://schemas.openxmlformats.org/officeDocument/2006/relationships/image" Target="../media/image6.png"/><Relationship Id="rId10" Type="http://schemas.openxmlformats.org/officeDocument/2006/relationships/image" Target="../media/image38.png"/><Relationship Id="rId4" Type="http://schemas.openxmlformats.org/officeDocument/2006/relationships/image" Target="../media/image5.png"/><Relationship Id="rId9" Type="http://schemas.openxmlformats.org/officeDocument/2006/relationships/image" Target="../media/image37.png"/><Relationship Id="rId14" Type="http://schemas.openxmlformats.org/officeDocument/2006/relationships/image" Target="../media/image15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43.svg"/><Relationship Id="rId3" Type="http://schemas.openxmlformats.org/officeDocument/2006/relationships/image" Target="../media/image2.png"/><Relationship Id="rId7" Type="http://schemas.openxmlformats.org/officeDocument/2006/relationships/image" Target="../media/image10.svg"/><Relationship Id="rId12" Type="http://schemas.openxmlformats.org/officeDocument/2006/relationships/image" Target="../media/image42.png"/><Relationship Id="rId2" Type="http://schemas.openxmlformats.org/officeDocument/2006/relationships/image" Target="../media/image1.jpe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41.svg"/><Relationship Id="rId5" Type="http://schemas.openxmlformats.org/officeDocument/2006/relationships/image" Target="../media/image6.png"/><Relationship Id="rId15" Type="http://schemas.openxmlformats.org/officeDocument/2006/relationships/image" Target="../media/image14.png"/><Relationship Id="rId10" Type="http://schemas.openxmlformats.org/officeDocument/2006/relationships/image" Target="../media/image40.png"/><Relationship Id="rId4" Type="http://schemas.openxmlformats.org/officeDocument/2006/relationships/image" Target="../media/image5.png"/><Relationship Id="rId9" Type="http://schemas.openxmlformats.org/officeDocument/2006/relationships/image" Target="../media/image8.svg"/><Relationship Id="rId14" Type="http://schemas.openxmlformats.org/officeDocument/2006/relationships/slide" Target="slide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0.svg"/><Relationship Id="rId12" Type="http://schemas.openxmlformats.org/officeDocument/2006/relationships/slide" Target="slide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45.svg"/><Relationship Id="rId5" Type="http://schemas.openxmlformats.org/officeDocument/2006/relationships/image" Target="../media/image6.png"/><Relationship Id="rId10" Type="http://schemas.openxmlformats.org/officeDocument/2006/relationships/image" Target="../media/image44.png"/><Relationship Id="rId4" Type="http://schemas.openxmlformats.org/officeDocument/2006/relationships/image" Target="../media/image5.png"/><Relationship Id="rId9" Type="http://schemas.openxmlformats.org/officeDocument/2006/relationships/image" Target="../media/image8.svg"/><Relationship Id="rId1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76173">
            <a:off x="-267914" y="7126924"/>
            <a:ext cx="18750609" cy="4299888"/>
          </a:xfrm>
          <a:custGeom>
            <a:avLst/>
            <a:gdLst/>
            <a:ahLst/>
            <a:cxnLst/>
            <a:rect l="l" t="t" r="r" b="b"/>
            <a:pathLst>
              <a:path w="18750609" h="4299888">
                <a:moveTo>
                  <a:pt x="0" y="0"/>
                </a:moveTo>
                <a:lnTo>
                  <a:pt x="18750609" y="0"/>
                </a:lnTo>
                <a:lnTo>
                  <a:pt x="18750609" y="4299888"/>
                </a:lnTo>
                <a:lnTo>
                  <a:pt x="0" y="42998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2000" r="-96827" b="-1203106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90201" y="356576"/>
            <a:ext cx="2655752" cy="2781844"/>
            <a:chOff x="0" y="0"/>
            <a:chExt cx="699457" cy="73266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99457" cy="732667"/>
            </a:xfrm>
            <a:custGeom>
              <a:avLst/>
              <a:gdLst/>
              <a:ahLst/>
              <a:cxnLst/>
              <a:rect l="l" t="t" r="r" b="b"/>
              <a:pathLst>
                <a:path w="699457" h="732667">
                  <a:moveTo>
                    <a:pt x="43727" y="0"/>
                  </a:moveTo>
                  <a:lnTo>
                    <a:pt x="655730" y="0"/>
                  </a:lnTo>
                  <a:cubicBezTo>
                    <a:pt x="679880" y="0"/>
                    <a:pt x="699457" y="19577"/>
                    <a:pt x="699457" y="43727"/>
                  </a:cubicBezTo>
                  <a:lnTo>
                    <a:pt x="699457" y="688940"/>
                  </a:lnTo>
                  <a:cubicBezTo>
                    <a:pt x="699457" y="713089"/>
                    <a:pt x="679880" y="732667"/>
                    <a:pt x="655730" y="732667"/>
                  </a:cubicBezTo>
                  <a:lnTo>
                    <a:pt x="43727" y="732667"/>
                  </a:lnTo>
                  <a:cubicBezTo>
                    <a:pt x="19577" y="732667"/>
                    <a:pt x="0" y="713089"/>
                    <a:pt x="0" y="688940"/>
                  </a:cubicBezTo>
                  <a:lnTo>
                    <a:pt x="0" y="43727"/>
                  </a:lnTo>
                  <a:cubicBezTo>
                    <a:pt x="0" y="19577"/>
                    <a:pt x="19577" y="0"/>
                    <a:pt x="43727" y="0"/>
                  </a:cubicBezTo>
                  <a:close/>
                </a:path>
              </a:pathLst>
            </a:custGeom>
            <a:solidFill>
              <a:srgbClr val="386CB4">
                <a:alpha val="40000"/>
              </a:srgbClr>
            </a:solidFill>
            <a:ln w="19050" cap="sq">
              <a:solidFill>
                <a:srgbClr val="6AB7E4">
                  <a:alpha val="40000"/>
                </a:srgbClr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699457" cy="780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6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5336581" flipH="1">
            <a:off x="-810346" y="5364280"/>
            <a:ext cx="5056846" cy="2932971"/>
          </a:xfrm>
          <a:custGeom>
            <a:avLst/>
            <a:gdLst/>
            <a:ahLst/>
            <a:cxnLst/>
            <a:rect l="l" t="t" r="r" b="b"/>
            <a:pathLst>
              <a:path w="5056846" h="2932971">
                <a:moveTo>
                  <a:pt x="5056846" y="0"/>
                </a:moveTo>
                <a:lnTo>
                  <a:pt x="0" y="0"/>
                </a:lnTo>
                <a:lnTo>
                  <a:pt x="0" y="2932971"/>
                </a:lnTo>
                <a:lnTo>
                  <a:pt x="5056846" y="2932971"/>
                </a:lnTo>
                <a:lnTo>
                  <a:pt x="505684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29985">
            <a:off x="1181186" y="8663874"/>
            <a:ext cx="3729534" cy="843807"/>
          </a:xfrm>
          <a:custGeom>
            <a:avLst/>
            <a:gdLst/>
            <a:ahLst/>
            <a:cxnLst/>
            <a:rect l="l" t="t" r="r" b="b"/>
            <a:pathLst>
              <a:path w="3729534" h="843807">
                <a:moveTo>
                  <a:pt x="0" y="0"/>
                </a:moveTo>
                <a:lnTo>
                  <a:pt x="3729534" y="0"/>
                </a:lnTo>
                <a:lnTo>
                  <a:pt x="3729534" y="843807"/>
                </a:lnTo>
                <a:lnTo>
                  <a:pt x="0" y="8438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785528" flipH="1">
            <a:off x="5187430" y="7525945"/>
            <a:ext cx="1641997" cy="371502"/>
          </a:xfrm>
          <a:custGeom>
            <a:avLst/>
            <a:gdLst/>
            <a:ahLst/>
            <a:cxnLst/>
            <a:rect l="l" t="t" r="r" b="b"/>
            <a:pathLst>
              <a:path w="1641997" h="371502">
                <a:moveTo>
                  <a:pt x="1641997" y="0"/>
                </a:moveTo>
                <a:lnTo>
                  <a:pt x="0" y="0"/>
                </a:lnTo>
                <a:lnTo>
                  <a:pt x="0" y="371502"/>
                </a:lnTo>
                <a:lnTo>
                  <a:pt x="1641997" y="371502"/>
                </a:lnTo>
                <a:lnTo>
                  <a:pt x="1641997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151607" flipH="1">
            <a:off x="8554613" y="8334805"/>
            <a:ext cx="1716079" cy="388263"/>
          </a:xfrm>
          <a:custGeom>
            <a:avLst/>
            <a:gdLst/>
            <a:ahLst/>
            <a:cxnLst/>
            <a:rect l="l" t="t" r="r" b="b"/>
            <a:pathLst>
              <a:path w="1716079" h="388263">
                <a:moveTo>
                  <a:pt x="1716079" y="0"/>
                </a:moveTo>
                <a:lnTo>
                  <a:pt x="0" y="0"/>
                </a:lnTo>
                <a:lnTo>
                  <a:pt x="0" y="388263"/>
                </a:lnTo>
                <a:lnTo>
                  <a:pt x="1716079" y="388263"/>
                </a:lnTo>
                <a:lnTo>
                  <a:pt x="1716079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35003">
            <a:off x="14707211" y="7712954"/>
            <a:ext cx="1980881" cy="448174"/>
          </a:xfrm>
          <a:custGeom>
            <a:avLst/>
            <a:gdLst/>
            <a:ahLst/>
            <a:cxnLst/>
            <a:rect l="l" t="t" r="r" b="b"/>
            <a:pathLst>
              <a:path w="1980881" h="448174">
                <a:moveTo>
                  <a:pt x="0" y="0"/>
                </a:moveTo>
                <a:lnTo>
                  <a:pt x="1980880" y="0"/>
                </a:lnTo>
                <a:lnTo>
                  <a:pt x="1980880" y="448175"/>
                </a:lnTo>
                <a:lnTo>
                  <a:pt x="0" y="4481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29985" flipH="1" flipV="1">
            <a:off x="10061938" y="9159911"/>
            <a:ext cx="3409294" cy="771353"/>
          </a:xfrm>
          <a:custGeom>
            <a:avLst/>
            <a:gdLst/>
            <a:ahLst/>
            <a:cxnLst/>
            <a:rect l="l" t="t" r="r" b="b"/>
            <a:pathLst>
              <a:path w="3409294" h="771353">
                <a:moveTo>
                  <a:pt x="3409294" y="771353"/>
                </a:moveTo>
                <a:lnTo>
                  <a:pt x="0" y="771353"/>
                </a:lnTo>
                <a:lnTo>
                  <a:pt x="0" y="0"/>
                </a:lnTo>
                <a:lnTo>
                  <a:pt x="3409294" y="0"/>
                </a:lnTo>
                <a:lnTo>
                  <a:pt x="3409294" y="771353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4582254">
            <a:off x="528555" y="7427282"/>
            <a:ext cx="1839358" cy="3085769"/>
          </a:xfrm>
          <a:custGeom>
            <a:avLst/>
            <a:gdLst/>
            <a:ahLst/>
            <a:cxnLst/>
            <a:rect l="l" t="t" r="r" b="b"/>
            <a:pathLst>
              <a:path w="1839358" h="3085769">
                <a:moveTo>
                  <a:pt x="0" y="0"/>
                </a:moveTo>
                <a:lnTo>
                  <a:pt x="1839359" y="0"/>
                </a:lnTo>
                <a:lnTo>
                  <a:pt x="1839359" y="3085769"/>
                </a:lnTo>
                <a:lnTo>
                  <a:pt x="0" y="30857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02913" t="-32250" r="-456244" b="-86436"/>
            </a:stretch>
          </a:blipFill>
        </p:spPr>
      </p:sp>
      <p:sp>
        <p:nvSpPr>
          <p:cNvPr id="14" name="Freeform 14"/>
          <p:cNvSpPr/>
          <p:nvPr/>
        </p:nvSpPr>
        <p:spPr>
          <a:xfrm rot="-5541612">
            <a:off x="3557312" y="6490086"/>
            <a:ext cx="1854445" cy="3111079"/>
          </a:xfrm>
          <a:custGeom>
            <a:avLst/>
            <a:gdLst/>
            <a:ahLst/>
            <a:cxnLst/>
            <a:rect l="l" t="t" r="r" b="b"/>
            <a:pathLst>
              <a:path w="1854445" h="3111079">
                <a:moveTo>
                  <a:pt x="0" y="0"/>
                </a:moveTo>
                <a:lnTo>
                  <a:pt x="1854445" y="0"/>
                </a:lnTo>
                <a:lnTo>
                  <a:pt x="1854445" y="3111079"/>
                </a:lnTo>
                <a:lnTo>
                  <a:pt x="0" y="31110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02913" t="-32250" r="-456244" b="-86436"/>
            </a:stretch>
          </a:blipFill>
        </p:spPr>
      </p:sp>
      <p:sp>
        <p:nvSpPr>
          <p:cNvPr id="15" name="Freeform 15"/>
          <p:cNvSpPr/>
          <p:nvPr/>
        </p:nvSpPr>
        <p:spPr>
          <a:xfrm rot="-3352254">
            <a:off x="6881906" y="6254244"/>
            <a:ext cx="1839358" cy="3085769"/>
          </a:xfrm>
          <a:custGeom>
            <a:avLst/>
            <a:gdLst/>
            <a:ahLst/>
            <a:cxnLst/>
            <a:rect l="l" t="t" r="r" b="b"/>
            <a:pathLst>
              <a:path w="1839358" h="3085769">
                <a:moveTo>
                  <a:pt x="0" y="0"/>
                </a:moveTo>
                <a:lnTo>
                  <a:pt x="1839358" y="0"/>
                </a:lnTo>
                <a:lnTo>
                  <a:pt x="1839358" y="3085769"/>
                </a:lnTo>
                <a:lnTo>
                  <a:pt x="0" y="30857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02913" t="-32250" r="-456244" b="-86436"/>
            </a:stretch>
          </a:blipFill>
        </p:spPr>
      </p:sp>
      <p:sp>
        <p:nvSpPr>
          <p:cNvPr id="16" name="Freeform 16"/>
          <p:cNvSpPr/>
          <p:nvPr/>
        </p:nvSpPr>
        <p:spPr>
          <a:xfrm rot="-5737372">
            <a:off x="13096056" y="6756241"/>
            <a:ext cx="1849320" cy="3188012"/>
          </a:xfrm>
          <a:custGeom>
            <a:avLst/>
            <a:gdLst/>
            <a:ahLst/>
            <a:cxnLst/>
            <a:rect l="l" t="t" r="r" b="b"/>
            <a:pathLst>
              <a:path w="1849320" h="3188012">
                <a:moveTo>
                  <a:pt x="0" y="0"/>
                </a:moveTo>
                <a:lnTo>
                  <a:pt x="1849320" y="0"/>
                </a:lnTo>
                <a:lnTo>
                  <a:pt x="1849320" y="3188012"/>
                </a:lnTo>
                <a:lnTo>
                  <a:pt x="0" y="31880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03674" t="-30318" r="-458140" b="-83092"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5908565" y="6411636"/>
            <a:ext cx="247773" cy="1284056"/>
            <a:chOff x="0" y="0"/>
            <a:chExt cx="330364" cy="1712074"/>
          </a:xfrm>
        </p:grpSpPr>
        <p:sp>
          <p:nvSpPr>
            <p:cNvPr id="18" name="AutoShape 18"/>
            <p:cNvSpPr/>
            <p:nvPr/>
          </p:nvSpPr>
          <p:spPr>
            <a:xfrm rot="-5416219">
              <a:off x="-536161" y="961746"/>
              <a:ext cx="1402686" cy="0"/>
            </a:xfrm>
            <a:prstGeom prst="line">
              <a:avLst/>
            </a:prstGeom>
            <a:ln w="24166" cap="flat">
              <a:solidFill>
                <a:srgbClr val="1EFFFF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9" name="Group 19"/>
            <p:cNvGrpSpPr/>
            <p:nvPr/>
          </p:nvGrpSpPr>
          <p:grpSpPr>
            <a:xfrm rot="-16219">
              <a:off x="97355" y="1638573"/>
              <a:ext cx="135654" cy="73182"/>
              <a:chOff x="0" y="0"/>
              <a:chExt cx="812800" cy="438483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12800" cy="43848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38483">
                    <a:moveTo>
                      <a:pt x="406400" y="0"/>
                    </a:moveTo>
                    <a:cubicBezTo>
                      <a:pt x="181951" y="0"/>
                      <a:pt x="0" y="98158"/>
                      <a:pt x="0" y="219241"/>
                    </a:cubicBezTo>
                    <a:cubicBezTo>
                      <a:pt x="0" y="340325"/>
                      <a:pt x="181951" y="438483"/>
                      <a:pt x="406400" y="438483"/>
                    </a:cubicBezTo>
                    <a:cubicBezTo>
                      <a:pt x="630849" y="438483"/>
                      <a:pt x="812800" y="340325"/>
                      <a:pt x="812800" y="219241"/>
                    </a:cubicBezTo>
                    <a:cubicBezTo>
                      <a:pt x="812800" y="98158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EFFFF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6200" y="3008"/>
                <a:ext cx="660400" cy="394367"/>
              </a:xfrm>
              <a:prstGeom prst="rect">
                <a:avLst/>
              </a:prstGeom>
            </p:spPr>
            <p:txBody>
              <a:bodyPr lIns="77222" tIns="77222" rIns="77222" bIns="77222" rtlCol="0" anchor="ctr"/>
              <a:lstStyle/>
              <a:p>
                <a:pPr algn="ctr">
                  <a:lnSpc>
                    <a:spcPts val="2141"/>
                  </a:lnSpc>
                </a:pPr>
                <a:endParaRPr/>
              </a:p>
            </p:txBody>
          </p:sp>
        </p:grpSp>
        <p:sp>
          <p:nvSpPr>
            <p:cNvPr id="22" name="Freeform 22"/>
            <p:cNvSpPr/>
            <p:nvPr/>
          </p:nvSpPr>
          <p:spPr>
            <a:xfrm rot="-7322834">
              <a:off x="45331" y="45331"/>
              <a:ext cx="239702" cy="239702"/>
            </a:xfrm>
            <a:custGeom>
              <a:avLst/>
              <a:gdLst/>
              <a:ahLst/>
              <a:cxnLst/>
              <a:rect l="l" t="t" r="r" b="b"/>
              <a:pathLst>
                <a:path w="239702" h="239702">
                  <a:moveTo>
                    <a:pt x="0" y="0"/>
                  </a:moveTo>
                  <a:lnTo>
                    <a:pt x="239702" y="0"/>
                  </a:lnTo>
                  <a:lnTo>
                    <a:pt x="239702" y="239702"/>
                  </a:lnTo>
                  <a:lnTo>
                    <a:pt x="0" y="239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9115741" y="7155957"/>
            <a:ext cx="247773" cy="1284056"/>
            <a:chOff x="0" y="0"/>
            <a:chExt cx="330364" cy="1712074"/>
          </a:xfrm>
        </p:grpSpPr>
        <p:sp>
          <p:nvSpPr>
            <p:cNvPr id="24" name="AutoShape 24"/>
            <p:cNvSpPr/>
            <p:nvPr/>
          </p:nvSpPr>
          <p:spPr>
            <a:xfrm rot="-5416219">
              <a:off x="-536161" y="961746"/>
              <a:ext cx="1402686" cy="0"/>
            </a:xfrm>
            <a:prstGeom prst="line">
              <a:avLst/>
            </a:prstGeom>
            <a:ln w="24166" cap="flat">
              <a:solidFill>
                <a:srgbClr val="1EFFFF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25" name="Group 25"/>
            <p:cNvGrpSpPr/>
            <p:nvPr/>
          </p:nvGrpSpPr>
          <p:grpSpPr>
            <a:xfrm rot="-16219">
              <a:off x="97355" y="1638573"/>
              <a:ext cx="135654" cy="73182"/>
              <a:chOff x="0" y="0"/>
              <a:chExt cx="812800" cy="438483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812800" cy="43848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38483">
                    <a:moveTo>
                      <a:pt x="406400" y="0"/>
                    </a:moveTo>
                    <a:cubicBezTo>
                      <a:pt x="181951" y="0"/>
                      <a:pt x="0" y="98158"/>
                      <a:pt x="0" y="219241"/>
                    </a:cubicBezTo>
                    <a:cubicBezTo>
                      <a:pt x="0" y="340325"/>
                      <a:pt x="181951" y="438483"/>
                      <a:pt x="406400" y="438483"/>
                    </a:cubicBezTo>
                    <a:cubicBezTo>
                      <a:pt x="630849" y="438483"/>
                      <a:pt x="812800" y="340325"/>
                      <a:pt x="812800" y="219241"/>
                    </a:cubicBezTo>
                    <a:cubicBezTo>
                      <a:pt x="812800" y="98158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EFFFF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76200" y="3008"/>
                <a:ext cx="660400" cy="394367"/>
              </a:xfrm>
              <a:prstGeom prst="rect">
                <a:avLst/>
              </a:prstGeom>
            </p:spPr>
            <p:txBody>
              <a:bodyPr lIns="77222" tIns="77222" rIns="77222" bIns="77222" rtlCol="0" anchor="ctr"/>
              <a:lstStyle/>
              <a:p>
                <a:pPr algn="ctr">
                  <a:lnSpc>
                    <a:spcPts val="2141"/>
                  </a:lnSpc>
                </a:pPr>
                <a:endParaRPr/>
              </a:p>
            </p:txBody>
          </p:sp>
        </p:grpSp>
        <p:sp>
          <p:nvSpPr>
            <p:cNvPr id="28" name="Freeform 28"/>
            <p:cNvSpPr/>
            <p:nvPr/>
          </p:nvSpPr>
          <p:spPr>
            <a:xfrm rot="-7322834">
              <a:off x="45331" y="45331"/>
              <a:ext cx="239702" cy="239702"/>
            </a:xfrm>
            <a:custGeom>
              <a:avLst/>
              <a:gdLst/>
              <a:ahLst/>
              <a:cxnLst/>
              <a:rect l="l" t="t" r="r" b="b"/>
              <a:pathLst>
                <a:path w="239702" h="239702">
                  <a:moveTo>
                    <a:pt x="0" y="0"/>
                  </a:moveTo>
                  <a:lnTo>
                    <a:pt x="239702" y="0"/>
                  </a:lnTo>
                  <a:lnTo>
                    <a:pt x="239702" y="239702"/>
                  </a:lnTo>
                  <a:lnTo>
                    <a:pt x="0" y="239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29" name="Group 29"/>
          <p:cNvGrpSpPr/>
          <p:nvPr/>
        </p:nvGrpSpPr>
        <p:grpSpPr>
          <a:xfrm>
            <a:off x="15458726" y="6652986"/>
            <a:ext cx="247773" cy="1284056"/>
            <a:chOff x="0" y="0"/>
            <a:chExt cx="330364" cy="1712074"/>
          </a:xfrm>
        </p:grpSpPr>
        <p:sp>
          <p:nvSpPr>
            <p:cNvPr id="30" name="AutoShape 30"/>
            <p:cNvSpPr/>
            <p:nvPr/>
          </p:nvSpPr>
          <p:spPr>
            <a:xfrm rot="-5416219">
              <a:off x="-536161" y="961746"/>
              <a:ext cx="1402686" cy="0"/>
            </a:xfrm>
            <a:prstGeom prst="line">
              <a:avLst/>
            </a:prstGeom>
            <a:ln w="24166" cap="flat">
              <a:solidFill>
                <a:srgbClr val="1EFFFF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31" name="Group 31"/>
            <p:cNvGrpSpPr/>
            <p:nvPr/>
          </p:nvGrpSpPr>
          <p:grpSpPr>
            <a:xfrm rot="-16219">
              <a:off x="97355" y="1638573"/>
              <a:ext cx="135654" cy="73182"/>
              <a:chOff x="0" y="0"/>
              <a:chExt cx="812800" cy="438483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812800" cy="43848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38483">
                    <a:moveTo>
                      <a:pt x="406400" y="0"/>
                    </a:moveTo>
                    <a:cubicBezTo>
                      <a:pt x="181951" y="0"/>
                      <a:pt x="0" y="98158"/>
                      <a:pt x="0" y="219241"/>
                    </a:cubicBezTo>
                    <a:cubicBezTo>
                      <a:pt x="0" y="340325"/>
                      <a:pt x="181951" y="438483"/>
                      <a:pt x="406400" y="438483"/>
                    </a:cubicBezTo>
                    <a:cubicBezTo>
                      <a:pt x="630849" y="438483"/>
                      <a:pt x="812800" y="340325"/>
                      <a:pt x="812800" y="219241"/>
                    </a:cubicBezTo>
                    <a:cubicBezTo>
                      <a:pt x="812800" y="98158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EFFFF"/>
              </a:solidFill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76200" y="3008"/>
                <a:ext cx="660400" cy="394367"/>
              </a:xfrm>
              <a:prstGeom prst="rect">
                <a:avLst/>
              </a:prstGeom>
            </p:spPr>
            <p:txBody>
              <a:bodyPr lIns="77222" tIns="77222" rIns="77222" bIns="77222" rtlCol="0" anchor="ctr"/>
              <a:lstStyle/>
              <a:p>
                <a:pPr algn="ctr">
                  <a:lnSpc>
                    <a:spcPts val="2141"/>
                  </a:lnSpc>
                </a:pPr>
                <a:endParaRPr/>
              </a:p>
            </p:txBody>
          </p:sp>
        </p:grpSp>
        <p:sp>
          <p:nvSpPr>
            <p:cNvPr id="34" name="Freeform 34"/>
            <p:cNvSpPr/>
            <p:nvPr/>
          </p:nvSpPr>
          <p:spPr>
            <a:xfrm rot="-7322834">
              <a:off x="45331" y="45331"/>
              <a:ext cx="239702" cy="239702"/>
            </a:xfrm>
            <a:custGeom>
              <a:avLst/>
              <a:gdLst/>
              <a:ahLst/>
              <a:cxnLst/>
              <a:rect l="l" t="t" r="r" b="b"/>
              <a:pathLst>
                <a:path w="239702" h="239702">
                  <a:moveTo>
                    <a:pt x="0" y="0"/>
                  </a:moveTo>
                  <a:lnTo>
                    <a:pt x="239702" y="0"/>
                  </a:lnTo>
                  <a:lnTo>
                    <a:pt x="239702" y="239702"/>
                  </a:lnTo>
                  <a:lnTo>
                    <a:pt x="0" y="239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35" name="Group 35"/>
          <p:cNvGrpSpPr/>
          <p:nvPr/>
        </p:nvGrpSpPr>
        <p:grpSpPr>
          <a:xfrm>
            <a:off x="2854059" y="7771088"/>
            <a:ext cx="191894" cy="1265033"/>
            <a:chOff x="0" y="0"/>
            <a:chExt cx="255859" cy="1686711"/>
          </a:xfrm>
        </p:grpSpPr>
        <p:grpSp>
          <p:nvGrpSpPr>
            <p:cNvPr id="36" name="Group 36"/>
            <p:cNvGrpSpPr/>
            <p:nvPr/>
          </p:nvGrpSpPr>
          <p:grpSpPr>
            <a:xfrm rot="-7961">
              <a:off x="299" y="295"/>
              <a:ext cx="255262" cy="258273"/>
              <a:chOff x="0" y="0"/>
              <a:chExt cx="621165" cy="628494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621165" cy="628494"/>
              </a:xfrm>
              <a:custGeom>
                <a:avLst/>
                <a:gdLst/>
                <a:ahLst/>
                <a:cxnLst/>
                <a:rect l="l" t="t" r="r" b="b"/>
                <a:pathLst>
                  <a:path w="621165" h="628494">
                    <a:moveTo>
                      <a:pt x="310583" y="0"/>
                    </a:moveTo>
                    <a:cubicBezTo>
                      <a:pt x="139053" y="0"/>
                      <a:pt x="0" y="140693"/>
                      <a:pt x="0" y="314247"/>
                    </a:cubicBezTo>
                    <a:cubicBezTo>
                      <a:pt x="0" y="487801"/>
                      <a:pt x="139053" y="628494"/>
                      <a:pt x="310583" y="628494"/>
                    </a:cubicBezTo>
                    <a:cubicBezTo>
                      <a:pt x="482113" y="628494"/>
                      <a:pt x="621165" y="487801"/>
                      <a:pt x="621165" y="314247"/>
                    </a:cubicBezTo>
                    <a:cubicBezTo>
                      <a:pt x="621165" y="140693"/>
                      <a:pt x="482113" y="0"/>
                      <a:pt x="310583" y="0"/>
                    </a:cubicBezTo>
                    <a:close/>
                  </a:path>
                </a:pathLst>
              </a:custGeom>
              <a:solidFill>
                <a:srgbClr val="1EFFFF"/>
              </a:solidFill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58234" y="20821"/>
                <a:ext cx="504697" cy="548751"/>
              </a:xfrm>
              <a:prstGeom prst="rect">
                <a:avLst/>
              </a:prstGeom>
            </p:spPr>
            <p:txBody>
              <a:bodyPr lIns="77222" tIns="77222" rIns="77222" bIns="77222" rtlCol="0" anchor="ctr"/>
              <a:lstStyle/>
              <a:p>
                <a:pPr algn="ctr">
                  <a:lnSpc>
                    <a:spcPts val="2141"/>
                  </a:lnSpc>
                </a:pPr>
                <a:endParaRPr/>
              </a:p>
            </p:txBody>
          </p:sp>
        </p:grpSp>
        <p:sp>
          <p:nvSpPr>
            <p:cNvPr id="39" name="AutoShape 39"/>
            <p:cNvSpPr/>
            <p:nvPr/>
          </p:nvSpPr>
          <p:spPr>
            <a:xfrm rot="-5416219">
              <a:off x="-573413" y="936382"/>
              <a:ext cx="1402686" cy="0"/>
            </a:xfrm>
            <a:prstGeom prst="line">
              <a:avLst/>
            </a:prstGeom>
            <a:ln w="24166" cap="flat">
              <a:solidFill>
                <a:srgbClr val="1EFFFF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40" name="Group 40"/>
            <p:cNvGrpSpPr/>
            <p:nvPr/>
          </p:nvGrpSpPr>
          <p:grpSpPr>
            <a:xfrm rot="-16219">
              <a:off x="60102" y="1613209"/>
              <a:ext cx="135654" cy="73182"/>
              <a:chOff x="0" y="0"/>
              <a:chExt cx="812800" cy="438483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812800" cy="43848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38483">
                    <a:moveTo>
                      <a:pt x="406400" y="0"/>
                    </a:moveTo>
                    <a:cubicBezTo>
                      <a:pt x="181951" y="0"/>
                      <a:pt x="0" y="98158"/>
                      <a:pt x="0" y="219241"/>
                    </a:cubicBezTo>
                    <a:cubicBezTo>
                      <a:pt x="0" y="340325"/>
                      <a:pt x="181951" y="438483"/>
                      <a:pt x="406400" y="438483"/>
                    </a:cubicBezTo>
                    <a:cubicBezTo>
                      <a:pt x="630849" y="438483"/>
                      <a:pt x="812800" y="340325"/>
                      <a:pt x="812800" y="219241"/>
                    </a:cubicBezTo>
                    <a:cubicBezTo>
                      <a:pt x="812800" y="98158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EFFFF"/>
              </a:solidFill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76200" y="3008"/>
                <a:ext cx="660400" cy="394367"/>
              </a:xfrm>
              <a:prstGeom prst="rect">
                <a:avLst/>
              </a:prstGeom>
            </p:spPr>
            <p:txBody>
              <a:bodyPr lIns="77222" tIns="77222" rIns="77222" bIns="77222" rtlCol="0" anchor="ctr"/>
              <a:lstStyle/>
              <a:p>
                <a:pPr algn="ctr">
                  <a:lnSpc>
                    <a:spcPts val="2141"/>
                  </a:lnSpc>
                </a:pPr>
                <a:endParaRPr/>
              </a:p>
            </p:txBody>
          </p:sp>
        </p:grpSp>
      </p:grpSp>
      <p:grpSp>
        <p:nvGrpSpPr>
          <p:cNvPr id="43" name="Group 43"/>
          <p:cNvGrpSpPr/>
          <p:nvPr/>
        </p:nvGrpSpPr>
        <p:grpSpPr>
          <a:xfrm>
            <a:off x="13817160" y="327008"/>
            <a:ext cx="1894194" cy="1894194"/>
            <a:chOff x="0" y="0"/>
            <a:chExt cx="812800" cy="8128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AB7E4"/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1180" tIns="31180" rIns="31180" bIns="31180" rtlCol="0" anchor="ctr"/>
            <a:lstStyle/>
            <a:p>
              <a:pPr algn="ctr">
                <a:lnSpc>
                  <a:spcPts val="163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6" name="Freeform 46"/>
          <p:cNvSpPr/>
          <p:nvPr/>
        </p:nvSpPr>
        <p:spPr>
          <a:xfrm>
            <a:off x="13501461" y="0"/>
            <a:ext cx="2525592" cy="2525592"/>
          </a:xfrm>
          <a:custGeom>
            <a:avLst/>
            <a:gdLst/>
            <a:ahLst/>
            <a:cxnLst/>
            <a:rect l="l" t="t" r="r" b="b"/>
            <a:pathLst>
              <a:path w="2525592" h="2525592">
                <a:moveTo>
                  <a:pt x="0" y="0"/>
                </a:moveTo>
                <a:lnTo>
                  <a:pt x="2525591" y="0"/>
                </a:lnTo>
                <a:lnTo>
                  <a:pt x="2525591" y="2525592"/>
                </a:lnTo>
                <a:lnTo>
                  <a:pt x="0" y="25255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 rot="-3050727">
            <a:off x="10149674" y="7106809"/>
            <a:ext cx="1837874" cy="3120681"/>
          </a:xfrm>
          <a:custGeom>
            <a:avLst/>
            <a:gdLst/>
            <a:ahLst/>
            <a:cxnLst/>
            <a:rect l="l" t="t" r="r" b="b"/>
            <a:pathLst>
              <a:path w="1837874" h="3120681">
                <a:moveTo>
                  <a:pt x="0" y="0"/>
                </a:moveTo>
                <a:lnTo>
                  <a:pt x="1837874" y="0"/>
                </a:lnTo>
                <a:lnTo>
                  <a:pt x="1837874" y="3120681"/>
                </a:lnTo>
                <a:lnTo>
                  <a:pt x="0" y="31206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00593" t="-30962" r="-453963" b="-84068"/>
            </a:stretch>
          </a:blipFill>
        </p:spPr>
      </p:sp>
      <p:grpSp>
        <p:nvGrpSpPr>
          <p:cNvPr id="48" name="Group 48"/>
          <p:cNvGrpSpPr/>
          <p:nvPr/>
        </p:nvGrpSpPr>
        <p:grpSpPr>
          <a:xfrm>
            <a:off x="12379894" y="8196115"/>
            <a:ext cx="247773" cy="1284056"/>
            <a:chOff x="0" y="0"/>
            <a:chExt cx="330364" cy="1712074"/>
          </a:xfrm>
        </p:grpSpPr>
        <p:sp>
          <p:nvSpPr>
            <p:cNvPr id="49" name="AutoShape 49"/>
            <p:cNvSpPr/>
            <p:nvPr/>
          </p:nvSpPr>
          <p:spPr>
            <a:xfrm rot="-5416219">
              <a:off x="-536161" y="961746"/>
              <a:ext cx="1402686" cy="0"/>
            </a:xfrm>
            <a:prstGeom prst="line">
              <a:avLst/>
            </a:prstGeom>
            <a:ln w="24166" cap="flat">
              <a:solidFill>
                <a:srgbClr val="1EFFFF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50" name="Group 50"/>
            <p:cNvGrpSpPr/>
            <p:nvPr/>
          </p:nvGrpSpPr>
          <p:grpSpPr>
            <a:xfrm rot="-16219">
              <a:off x="97355" y="1638573"/>
              <a:ext cx="135654" cy="73182"/>
              <a:chOff x="0" y="0"/>
              <a:chExt cx="812800" cy="438483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812800" cy="43848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38483">
                    <a:moveTo>
                      <a:pt x="406400" y="0"/>
                    </a:moveTo>
                    <a:cubicBezTo>
                      <a:pt x="181951" y="0"/>
                      <a:pt x="0" y="98158"/>
                      <a:pt x="0" y="219241"/>
                    </a:cubicBezTo>
                    <a:cubicBezTo>
                      <a:pt x="0" y="340325"/>
                      <a:pt x="181951" y="438483"/>
                      <a:pt x="406400" y="438483"/>
                    </a:cubicBezTo>
                    <a:cubicBezTo>
                      <a:pt x="630849" y="438483"/>
                      <a:pt x="812800" y="340325"/>
                      <a:pt x="812800" y="219241"/>
                    </a:cubicBezTo>
                    <a:cubicBezTo>
                      <a:pt x="812800" y="98158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EFFFF"/>
              </a:solidFill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76200" y="3008"/>
                <a:ext cx="660400" cy="394367"/>
              </a:xfrm>
              <a:prstGeom prst="rect">
                <a:avLst/>
              </a:prstGeom>
            </p:spPr>
            <p:txBody>
              <a:bodyPr lIns="77222" tIns="77222" rIns="77222" bIns="77222" rtlCol="0" anchor="ctr"/>
              <a:lstStyle/>
              <a:p>
                <a:pPr algn="ctr">
                  <a:lnSpc>
                    <a:spcPts val="2141"/>
                  </a:lnSpc>
                </a:pPr>
                <a:endParaRPr/>
              </a:p>
            </p:txBody>
          </p:sp>
        </p:grpSp>
        <p:sp>
          <p:nvSpPr>
            <p:cNvPr id="53" name="Freeform 53"/>
            <p:cNvSpPr/>
            <p:nvPr/>
          </p:nvSpPr>
          <p:spPr>
            <a:xfrm rot="-7322834">
              <a:off x="45331" y="45331"/>
              <a:ext cx="239702" cy="239702"/>
            </a:xfrm>
            <a:custGeom>
              <a:avLst/>
              <a:gdLst/>
              <a:ahLst/>
              <a:cxnLst/>
              <a:rect l="l" t="t" r="r" b="b"/>
              <a:pathLst>
                <a:path w="239702" h="239702">
                  <a:moveTo>
                    <a:pt x="0" y="0"/>
                  </a:moveTo>
                  <a:lnTo>
                    <a:pt x="239702" y="0"/>
                  </a:lnTo>
                  <a:lnTo>
                    <a:pt x="239702" y="239702"/>
                  </a:lnTo>
                  <a:lnTo>
                    <a:pt x="0" y="239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4" name="TextBox 54">
            <a:hlinkClick r:id="rId12" action="ppaction://hlinksldjump"/>
          </p:cNvPr>
          <p:cNvSpPr txBox="1"/>
          <p:nvPr/>
        </p:nvSpPr>
        <p:spPr>
          <a:xfrm>
            <a:off x="14551502" y="6264721"/>
            <a:ext cx="2062221" cy="325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1EFFFF"/>
                </a:solidFill>
                <a:latin typeface="Play"/>
                <a:ea typeface="Play"/>
                <a:cs typeface="Play"/>
                <a:sym typeface="Play"/>
              </a:rPr>
              <a:t>Toca para </a:t>
            </a:r>
            <a:r>
              <a:rPr lang="en-US" sz="1800" dirty="0" err="1">
                <a:solidFill>
                  <a:srgbClr val="1EFFFF"/>
                </a:solidFill>
                <a:latin typeface="Play"/>
                <a:ea typeface="Play"/>
                <a:cs typeface="Play"/>
                <a:sym typeface="Play"/>
              </a:rPr>
              <a:t>ver</a:t>
            </a:r>
            <a:r>
              <a:rPr lang="en-US" sz="1800" dirty="0">
                <a:solidFill>
                  <a:srgbClr val="1EFFFF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en-US" sz="1800" dirty="0" err="1">
                <a:solidFill>
                  <a:srgbClr val="1EFFFF"/>
                </a:solidFill>
                <a:latin typeface="Play"/>
                <a:ea typeface="Play"/>
                <a:cs typeface="Play"/>
                <a:sym typeface="Play"/>
              </a:rPr>
              <a:t>más</a:t>
            </a:r>
            <a:endParaRPr lang="en-US" sz="1800" dirty="0">
              <a:solidFill>
                <a:srgbClr val="1E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5" name="Freeform 55"/>
          <p:cNvSpPr/>
          <p:nvPr/>
        </p:nvSpPr>
        <p:spPr>
          <a:xfrm rot="-3238363">
            <a:off x="16419612" y="6574481"/>
            <a:ext cx="1793130" cy="3008215"/>
          </a:xfrm>
          <a:custGeom>
            <a:avLst/>
            <a:gdLst/>
            <a:ahLst/>
            <a:cxnLst/>
            <a:rect l="l" t="t" r="r" b="b"/>
            <a:pathLst>
              <a:path w="1793130" h="3008215">
                <a:moveTo>
                  <a:pt x="0" y="0"/>
                </a:moveTo>
                <a:lnTo>
                  <a:pt x="1793130" y="0"/>
                </a:lnTo>
                <a:lnTo>
                  <a:pt x="1793130" y="3008216"/>
                </a:lnTo>
                <a:lnTo>
                  <a:pt x="0" y="30082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02913" t="-32250" r="-456244" b="-86436"/>
            </a:stretch>
          </a:blipFill>
        </p:spPr>
      </p:sp>
      <p:sp>
        <p:nvSpPr>
          <p:cNvPr id="56" name="Freeform 56">
            <a:hlinkClick r:id="rId13" action="ppaction://hlinksldjump"/>
          </p:cNvPr>
          <p:cNvSpPr/>
          <p:nvPr/>
        </p:nvSpPr>
        <p:spPr>
          <a:xfrm>
            <a:off x="16646022" y="1545688"/>
            <a:ext cx="1340311" cy="738846"/>
          </a:xfrm>
          <a:custGeom>
            <a:avLst/>
            <a:gdLst/>
            <a:ahLst/>
            <a:cxnLst/>
            <a:rect l="l" t="t" r="r" b="b"/>
            <a:pathLst>
              <a:path w="1340311" h="738846">
                <a:moveTo>
                  <a:pt x="0" y="0"/>
                </a:moveTo>
                <a:lnTo>
                  <a:pt x="1340311" y="0"/>
                </a:lnTo>
                <a:lnTo>
                  <a:pt x="1340311" y="738846"/>
                </a:lnTo>
                <a:lnTo>
                  <a:pt x="0" y="73884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57" name="TextBox 57">
            <a:hlinkClick r:id="rId15" action="ppaction://hlinksldjump"/>
          </p:cNvPr>
          <p:cNvSpPr txBox="1"/>
          <p:nvPr/>
        </p:nvSpPr>
        <p:spPr>
          <a:xfrm>
            <a:off x="2014843" y="7337271"/>
            <a:ext cx="2062221" cy="325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1EFFFF"/>
                </a:solidFill>
                <a:latin typeface="Play"/>
                <a:ea typeface="Play"/>
                <a:cs typeface="Play"/>
                <a:sym typeface="Play"/>
              </a:rPr>
              <a:t>Toca para </a:t>
            </a:r>
            <a:r>
              <a:rPr lang="en-US" sz="1800" dirty="0" err="1">
                <a:solidFill>
                  <a:srgbClr val="1EFFFF"/>
                </a:solidFill>
                <a:latin typeface="Play"/>
                <a:ea typeface="Play"/>
                <a:cs typeface="Play"/>
                <a:sym typeface="Play"/>
              </a:rPr>
              <a:t>ver</a:t>
            </a:r>
            <a:r>
              <a:rPr lang="en-US" sz="1800" dirty="0">
                <a:solidFill>
                  <a:srgbClr val="1EFFFF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en-US" sz="1800" dirty="0" err="1">
                <a:solidFill>
                  <a:srgbClr val="1EFFFF"/>
                </a:solidFill>
                <a:latin typeface="Play"/>
                <a:ea typeface="Play"/>
                <a:cs typeface="Play"/>
                <a:sym typeface="Play"/>
              </a:rPr>
              <a:t>más</a:t>
            </a:r>
            <a:endParaRPr lang="en-US" sz="1800" dirty="0">
              <a:solidFill>
                <a:srgbClr val="1E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8" name="TextBox 58">
            <a:hlinkClick r:id="rId15" action="ppaction://hlinksldjump"/>
          </p:cNvPr>
          <p:cNvSpPr txBox="1"/>
          <p:nvPr/>
        </p:nvSpPr>
        <p:spPr>
          <a:xfrm>
            <a:off x="1693961" y="6458648"/>
            <a:ext cx="2683743" cy="78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La </a:t>
            </a:r>
            <a:r>
              <a:rPr lang="en-US" sz="2199" b="1" dirty="0" err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importancia</a:t>
            </a:r>
            <a:r>
              <a:rPr lang="en-US" sz="2199" b="1" dirty="0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 de las </a:t>
            </a:r>
            <a:r>
              <a:rPr lang="en-US" sz="2199" b="1" dirty="0" err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pasantías</a:t>
            </a:r>
            <a:r>
              <a:rPr lang="en-US" sz="2199" b="1" dirty="0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 </a:t>
            </a:r>
          </a:p>
        </p:txBody>
      </p:sp>
      <p:sp>
        <p:nvSpPr>
          <p:cNvPr id="59" name="TextBox 59">
            <a:hlinkClick r:id="rId16" action="ppaction://hlinksldjump"/>
          </p:cNvPr>
          <p:cNvSpPr txBox="1"/>
          <p:nvPr/>
        </p:nvSpPr>
        <p:spPr>
          <a:xfrm>
            <a:off x="4623840" y="4848125"/>
            <a:ext cx="2769176" cy="1172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Retos</a:t>
            </a:r>
            <a:r>
              <a:rPr lang="en-US" sz="2199" b="1" dirty="0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 que </a:t>
            </a:r>
            <a:r>
              <a:rPr lang="en-US" sz="2199" b="1" dirty="0" err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enfrentaré</a:t>
            </a:r>
            <a:r>
              <a:rPr lang="en-US" sz="2199" b="1" dirty="0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 </a:t>
            </a:r>
            <a:r>
              <a:rPr lang="en-US" sz="2199" b="1" dirty="0" err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en</a:t>
            </a:r>
            <a:r>
              <a:rPr lang="en-US" sz="2199" b="1" dirty="0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 las </a:t>
            </a:r>
            <a:r>
              <a:rPr lang="en-US" sz="2199" b="1" dirty="0" err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pasantías</a:t>
            </a:r>
            <a:r>
              <a:rPr lang="en-US" sz="2199" b="1" dirty="0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 </a:t>
            </a:r>
          </a:p>
        </p:txBody>
      </p:sp>
      <p:sp>
        <p:nvSpPr>
          <p:cNvPr id="60" name="TextBox 60">
            <a:hlinkClick r:id="rId17" action="ppaction://hlinksldjump"/>
          </p:cNvPr>
          <p:cNvSpPr txBox="1"/>
          <p:nvPr/>
        </p:nvSpPr>
        <p:spPr>
          <a:xfrm>
            <a:off x="7704397" y="5600572"/>
            <a:ext cx="2953675" cy="1173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Empresas</a:t>
            </a:r>
            <a:r>
              <a:rPr lang="en-US" sz="2199" b="1" dirty="0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 </a:t>
            </a:r>
            <a:r>
              <a:rPr lang="en-US" sz="2199" b="1" dirty="0" err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donde</a:t>
            </a:r>
            <a:r>
              <a:rPr lang="en-US" sz="2199" b="1" dirty="0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 </a:t>
            </a:r>
            <a:r>
              <a:rPr lang="en-US" sz="2199" b="1" dirty="0" err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puedo</a:t>
            </a:r>
            <a:r>
              <a:rPr lang="en-US" sz="2199" b="1" dirty="0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 </a:t>
            </a:r>
            <a:r>
              <a:rPr lang="en-US" sz="2199" b="1" dirty="0" err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encontrar</a:t>
            </a:r>
            <a:r>
              <a:rPr lang="en-US" sz="2199" b="1" dirty="0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 </a:t>
            </a:r>
            <a:r>
              <a:rPr lang="en-US" sz="2199" b="1" dirty="0" err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pasantías</a:t>
            </a:r>
            <a:r>
              <a:rPr lang="en-US" sz="2199" b="1" dirty="0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  </a:t>
            </a:r>
          </a:p>
        </p:txBody>
      </p:sp>
      <p:sp>
        <p:nvSpPr>
          <p:cNvPr id="61" name="TextBox 61">
            <a:hlinkClick r:id="rId18" action="ppaction://hlinksldjump"/>
          </p:cNvPr>
          <p:cNvSpPr txBox="1"/>
          <p:nvPr/>
        </p:nvSpPr>
        <p:spPr>
          <a:xfrm>
            <a:off x="11254418" y="6625971"/>
            <a:ext cx="2498723" cy="1173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Pasantías</a:t>
            </a:r>
            <a:r>
              <a:rPr lang="en-US" sz="2199" b="1" dirty="0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 </a:t>
            </a:r>
            <a:r>
              <a:rPr lang="en-US" sz="2199" b="1" dirty="0" err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disponibles</a:t>
            </a:r>
            <a:r>
              <a:rPr lang="en-US" sz="2199" b="1" dirty="0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 </a:t>
            </a:r>
            <a:r>
              <a:rPr lang="en-US" sz="2199" b="1" dirty="0" err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en</a:t>
            </a:r>
            <a:r>
              <a:rPr lang="en-US" sz="2199" b="1" dirty="0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 </a:t>
            </a:r>
            <a:r>
              <a:rPr lang="en-US" sz="2199" b="1" dirty="0" err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esas</a:t>
            </a:r>
            <a:r>
              <a:rPr lang="en-US" sz="2199" b="1" dirty="0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 </a:t>
            </a:r>
            <a:r>
              <a:rPr lang="en-US" sz="2199" b="1" dirty="0" err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empresas</a:t>
            </a:r>
            <a:endParaRPr lang="en-US" sz="2199" b="1" dirty="0">
              <a:solidFill>
                <a:srgbClr val="FFFFFF"/>
              </a:solidFill>
              <a:latin typeface="Play Bold"/>
              <a:ea typeface="Play Bold"/>
              <a:cs typeface="Play Bold"/>
              <a:sym typeface="Play Bold"/>
            </a:endParaRPr>
          </a:p>
        </p:txBody>
      </p:sp>
      <p:sp>
        <p:nvSpPr>
          <p:cNvPr id="62" name="TextBox 62">
            <a:hlinkClick r:id="rId12" action="ppaction://hlinksldjump"/>
          </p:cNvPr>
          <p:cNvSpPr txBox="1"/>
          <p:nvPr/>
        </p:nvSpPr>
        <p:spPr>
          <a:xfrm>
            <a:off x="14577843" y="5086350"/>
            <a:ext cx="2009539" cy="1173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Habilidades</a:t>
            </a:r>
            <a:r>
              <a:rPr lang="en-US" sz="2199" b="1" dirty="0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 </a:t>
            </a:r>
            <a:r>
              <a:rPr lang="en-US" sz="2199" b="1" dirty="0" err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requeridas</a:t>
            </a:r>
            <a:r>
              <a:rPr lang="en-US" sz="2199" b="1" dirty="0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 </a:t>
            </a:r>
            <a:r>
              <a:rPr lang="en-US" sz="2199" b="1" dirty="0" err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en</a:t>
            </a:r>
            <a:r>
              <a:rPr lang="en-US" sz="2199" b="1" dirty="0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 las </a:t>
            </a:r>
            <a:r>
              <a:rPr lang="en-US" sz="2199" b="1" dirty="0" err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pasantías</a:t>
            </a:r>
            <a:endParaRPr lang="en-US" sz="2199" b="1" dirty="0">
              <a:solidFill>
                <a:srgbClr val="FFFFFF"/>
              </a:solidFill>
              <a:latin typeface="Play Bold"/>
              <a:ea typeface="Play Bold"/>
              <a:cs typeface="Play Bold"/>
              <a:sym typeface="Play Bold"/>
            </a:endParaRPr>
          </a:p>
        </p:txBody>
      </p:sp>
      <p:sp>
        <p:nvSpPr>
          <p:cNvPr id="63" name="TextBox 63"/>
          <p:cNvSpPr txBox="1"/>
          <p:nvPr/>
        </p:nvSpPr>
        <p:spPr>
          <a:xfrm>
            <a:off x="4857393" y="1092032"/>
            <a:ext cx="8573213" cy="252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799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MAPA INFOGRÁFICO: PASANTÍAS EN DESARROLLO DE SOFTWARE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578148" y="576030"/>
            <a:ext cx="2231628" cy="701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</a:pPr>
            <a:r>
              <a:rPr lang="en-US" sz="1998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Emely Maritza </a:t>
            </a:r>
          </a:p>
          <a:p>
            <a:pPr algn="ctr">
              <a:lnSpc>
                <a:spcPts val="2798"/>
              </a:lnSpc>
            </a:pPr>
            <a:r>
              <a:rPr lang="en-US" sz="1998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Mendoza Lúe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770487" y="1564248"/>
            <a:ext cx="1895181" cy="595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699" b="1">
                <a:solidFill>
                  <a:srgbClr val="E6E6E6"/>
                </a:solidFill>
                <a:latin typeface="Play Bold"/>
                <a:ea typeface="Play Bold"/>
                <a:cs typeface="Play Bold"/>
                <a:sym typeface="Play Bold"/>
              </a:rPr>
              <a:t>ORIENTACIÓN </a:t>
            </a:r>
          </a:p>
          <a:p>
            <a:pPr algn="ctr">
              <a:lnSpc>
                <a:spcPts val="2379"/>
              </a:lnSpc>
              <a:spcBef>
                <a:spcPct val="0"/>
              </a:spcBef>
            </a:pPr>
            <a:r>
              <a:rPr lang="en-US" sz="1699" b="1">
                <a:solidFill>
                  <a:srgbClr val="E6E6E6"/>
                </a:solidFill>
                <a:latin typeface="Play Bold"/>
                <a:ea typeface="Play Bold"/>
                <a:cs typeface="Play Bold"/>
                <a:sym typeface="Play Bold"/>
              </a:rPr>
              <a:t>VOCACIONAL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666407" y="2445126"/>
            <a:ext cx="696870" cy="349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2025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177577" y="2445126"/>
            <a:ext cx="376057" cy="349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B1</a:t>
            </a:r>
          </a:p>
        </p:txBody>
      </p:sp>
      <p:sp>
        <p:nvSpPr>
          <p:cNvPr id="68" name="TextBox 68">
            <a:hlinkClick r:id="rId18" action="ppaction://hlinksldjump"/>
          </p:cNvPr>
          <p:cNvSpPr txBox="1"/>
          <p:nvPr/>
        </p:nvSpPr>
        <p:spPr>
          <a:xfrm>
            <a:off x="11594992" y="7805997"/>
            <a:ext cx="2062221" cy="325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1EFFFF"/>
                </a:solidFill>
                <a:latin typeface="Play"/>
                <a:ea typeface="Play"/>
                <a:cs typeface="Play"/>
                <a:sym typeface="Play"/>
              </a:rPr>
              <a:t>Toca para </a:t>
            </a:r>
            <a:r>
              <a:rPr lang="en-US" sz="1800" dirty="0" err="1">
                <a:solidFill>
                  <a:srgbClr val="1EFFFF"/>
                </a:solidFill>
                <a:latin typeface="Play"/>
                <a:ea typeface="Play"/>
                <a:cs typeface="Play"/>
                <a:sym typeface="Play"/>
              </a:rPr>
              <a:t>ver</a:t>
            </a:r>
            <a:r>
              <a:rPr lang="en-US" sz="1800" dirty="0">
                <a:solidFill>
                  <a:srgbClr val="1EFFFF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en-US" sz="1800" dirty="0" err="1">
                <a:solidFill>
                  <a:srgbClr val="1EFFFF"/>
                </a:solidFill>
                <a:latin typeface="Play"/>
                <a:ea typeface="Play"/>
                <a:cs typeface="Play"/>
                <a:sym typeface="Play"/>
              </a:rPr>
              <a:t>más</a:t>
            </a:r>
            <a:endParaRPr lang="en-US" sz="1800" dirty="0">
              <a:solidFill>
                <a:srgbClr val="1E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9" name="TextBox 69">
            <a:hlinkClick r:id="rId17" action="ppaction://hlinksldjump"/>
          </p:cNvPr>
          <p:cNvSpPr txBox="1"/>
          <p:nvPr/>
        </p:nvSpPr>
        <p:spPr>
          <a:xfrm>
            <a:off x="8208517" y="6773615"/>
            <a:ext cx="2062221" cy="325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1EFFFF"/>
                </a:solidFill>
                <a:latin typeface="Play"/>
                <a:ea typeface="Play"/>
                <a:cs typeface="Play"/>
                <a:sym typeface="Play"/>
              </a:rPr>
              <a:t>Toca para </a:t>
            </a:r>
            <a:r>
              <a:rPr lang="en-US" sz="1800" dirty="0" err="1">
                <a:solidFill>
                  <a:srgbClr val="1EFFFF"/>
                </a:solidFill>
                <a:latin typeface="Play"/>
                <a:ea typeface="Play"/>
                <a:cs typeface="Play"/>
                <a:sym typeface="Play"/>
              </a:rPr>
              <a:t>ver</a:t>
            </a:r>
            <a:r>
              <a:rPr lang="en-US" sz="1800" dirty="0">
                <a:solidFill>
                  <a:srgbClr val="1EFFFF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en-US" sz="1800" dirty="0" err="1">
                <a:solidFill>
                  <a:srgbClr val="1EFFFF"/>
                </a:solidFill>
                <a:latin typeface="Play"/>
                <a:ea typeface="Play"/>
                <a:cs typeface="Play"/>
                <a:sym typeface="Play"/>
              </a:rPr>
              <a:t>más</a:t>
            </a:r>
            <a:endParaRPr lang="en-US" sz="1800" dirty="0">
              <a:solidFill>
                <a:srgbClr val="1E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0" name="TextBox 70">
            <a:hlinkClick r:id="rId16" action="ppaction://hlinksldjump"/>
          </p:cNvPr>
          <p:cNvSpPr txBox="1"/>
          <p:nvPr/>
        </p:nvSpPr>
        <p:spPr>
          <a:xfrm>
            <a:off x="5045829" y="6009764"/>
            <a:ext cx="2062221" cy="325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1EFFFF"/>
                </a:solidFill>
                <a:latin typeface="Play"/>
                <a:ea typeface="Play"/>
                <a:cs typeface="Play"/>
                <a:sym typeface="Play"/>
              </a:rPr>
              <a:t>Toca para </a:t>
            </a:r>
            <a:r>
              <a:rPr lang="en-US" sz="1800" dirty="0" err="1">
                <a:solidFill>
                  <a:srgbClr val="1EFFFF"/>
                </a:solidFill>
                <a:latin typeface="Play"/>
                <a:ea typeface="Play"/>
                <a:cs typeface="Play"/>
                <a:sym typeface="Play"/>
              </a:rPr>
              <a:t>ver</a:t>
            </a:r>
            <a:r>
              <a:rPr lang="en-US" sz="1800" dirty="0">
                <a:solidFill>
                  <a:srgbClr val="1EFFFF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en-US" sz="1800" dirty="0" err="1">
                <a:solidFill>
                  <a:srgbClr val="1EFFFF"/>
                </a:solidFill>
                <a:latin typeface="Play"/>
                <a:ea typeface="Play"/>
                <a:cs typeface="Play"/>
                <a:sym typeface="Play"/>
              </a:rPr>
              <a:t>más</a:t>
            </a:r>
            <a:endParaRPr lang="en-US" sz="1800" dirty="0">
              <a:solidFill>
                <a:srgbClr val="1E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71" name="Group 71"/>
          <p:cNvGrpSpPr/>
          <p:nvPr/>
        </p:nvGrpSpPr>
        <p:grpSpPr>
          <a:xfrm>
            <a:off x="16417577" y="356576"/>
            <a:ext cx="1656764" cy="1062591"/>
            <a:chOff x="0" y="0"/>
            <a:chExt cx="436349" cy="279859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436349" cy="279859"/>
            </a:xfrm>
            <a:custGeom>
              <a:avLst/>
              <a:gdLst/>
              <a:ahLst/>
              <a:cxnLst/>
              <a:rect l="l" t="t" r="r" b="b"/>
              <a:pathLst>
                <a:path w="436349" h="279859">
                  <a:moveTo>
                    <a:pt x="70094" y="0"/>
                  </a:moveTo>
                  <a:lnTo>
                    <a:pt x="366256" y="0"/>
                  </a:lnTo>
                  <a:cubicBezTo>
                    <a:pt x="384846" y="0"/>
                    <a:pt x="402674" y="7385"/>
                    <a:pt x="415819" y="20530"/>
                  </a:cubicBezTo>
                  <a:cubicBezTo>
                    <a:pt x="428964" y="33675"/>
                    <a:pt x="436349" y="51504"/>
                    <a:pt x="436349" y="70094"/>
                  </a:cubicBezTo>
                  <a:lnTo>
                    <a:pt x="436349" y="209766"/>
                  </a:lnTo>
                  <a:cubicBezTo>
                    <a:pt x="436349" y="228356"/>
                    <a:pt x="428964" y="246184"/>
                    <a:pt x="415819" y="259329"/>
                  </a:cubicBezTo>
                  <a:cubicBezTo>
                    <a:pt x="402674" y="272475"/>
                    <a:pt x="384846" y="279859"/>
                    <a:pt x="366256" y="279859"/>
                  </a:cubicBezTo>
                  <a:lnTo>
                    <a:pt x="70094" y="279859"/>
                  </a:lnTo>
                  <a:cubicBezTo>
                    <a:pt x="51504" y="279859"/>
                    <a:pt x="33675" y="272475"/>
                    <a:pt x="20530" y="259329"/>
                  </a:cubicBezTo>
                  <a:cubicBezTo>
                    <a:pt x="7385" y="246184"/>
                    <a:pt x="0" y="228356"/>
                    <a:pt x="0" y="209766"/>
                  </a:cubicBezTo>
                  <a:lnTo>
                    <a:pt x="0" y="70094"/>
                  </a:lnTo>
                  <a:cubicBezTo>
                    <a:pt x="0" y="51504"/>
                    <a:pt x="7385" y="33675"/>
                    <a:pt x="20530" y="20530"/>
                  </a:cubicBezTo>
                  <a:cubicBezTo>
                    <a:pt x="33675" y="7385"/>
                    <a:pt x="51504" y="0"/>
                    <a:pt x="70094" y="0"/>
                  </a:cubicBezTo>
                  <a:close/>
                </a:path>
              </a:pathLst>
            </a:custGeom>
            <a:solidFill>
              <a:srgbClr val="386CB4">
                <a:alpha val="40000"/>
              </a:srgbClr>
            </a:solidFill>
            <a:ln w="19050" cap="sq">
              <a:solidFill>
                <a:srgbClr val="6AB7E4">
                  <a:alpha val="40000"/>
                </a:srgbClr>
              </a:solidFill>
              <a:prstDash val="solid"/>
              <a:miter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0" y="-47625"/>
              <a:ext cx="436349" cy="3274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6"/>
                </a:lnSpc>
              </a:pPr>
              <a:endParaRPr/>
            </a:p>
          </p:txBody>
        </p:sp>
      </p:grpSp>
      <p:sp>
        <p:nvSpPr>
          <p:cNvPr id="74" name="TextBox 74"/>
          <p:cNvSpPr txBox="1"/>
          <p:nvPr/>
        </p:nvSpPr>
        <p:spPr>
          <a:xfrm>
            <a:off x="16539496" y="468070"/>
            <a:ext cx="1412928" cy="782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Ir a la parte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76173">
            <a:off x="-267914" y="7126924"/>
            <a:ext cx="18750609" cy="4299888"/>
          </a:xfrm>
          <a:custGeom>
            <a:avLst/>
            <a:gdLst/>
            <a:ahLst/>
            <a:cxnLst/>
            <a:rect l="l" t="t" r="r" b="b"/>
            <a:pathLst>
              <a:path w="18750609" h="4299888">
                <a:moveTo>
                  <a:pt x="0" y="0"/>
                </a:moveTo>
                <a:lnTo>
                  <a:pt x="18750609" y="0"/>
                </a:lnTo>
                <a:lnTo>
                  <a:pt x="18750609" y="4299888"/>
                </a:lnTo>
                <a:lnTo>
                  <a:pt x="0" y="42998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2000" r="-96827" b="-1203106"/>
            </a:stretch>
          </a:blipFill>
        </p:spPr>
      </p:sp>
      <p:sp>
        <p:nvSpPr>
          <p:cNvPr id="4" name="Freeform 4"/>
          <p:cNvSpPr/>
          <p:nvPr/>
        </p:nvSpPr>
        <p:spPr>
          <a:xfrm rot="8860008" flipH="1">
            <a:off x="7445217" y="-98019"/>
            <a:ext cx="4464917" cy="2589652"/>
          </a:xfrm>
          <a:custGeom>
            <a:avLst/>
            <a:gdLst/>
            <a:ahLst/>
            <a:cxnLst/>
            <a:rect l="l" t="t" r="r" b="b"/>
            <a:pathLst>
              <a:path w="4464917" h="2589652">
                <a:moveTo>
                  <a:pt x="4464918" y="0"/>
                </a:moveTo>
                <a:lnTo>
                  <a:pt x="0" y="0"/>
                </a:lnTo>
                <a:lnTo>
                  <a:pt x="0" y="2589652"/>
                </a:lnTo>
                <a:lnTo>
                  <a:pt x="4464918" y="2589652"/>
                </a:lnTo>
                <a:lnTo>
                  <a:pt x="446491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29985">
            <a:off x="1181186" y="8663874"/>
            <a:ext cx="3729534" cy="843807"/>
          </a:xfrm>
          <a:custGeom>
            <a:avLst/>
            <a:gdLst/>
            <a:ahLst/>
            <a:cxnLst/>
            <a:rect l="l" t="t" r="r" b="b"/>
            <a:pathLst>
              <a:path w="3729534" h="843807">
                <a:moveTo>
                  <a:pt x="0" y="0"/>
                </a:moveTo>
                <a:lnTo>
                  <a:pt x="3729534" y="0"/>
                </a:lnTo>
                <a:lnTo>
                  <a:pt x="3729534" y="843807"/>
                </a:lnTo>
                <a:lnTo>
                  <a:pt x="0" y="8438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785528" flipH="1">
            <a:off x="5187430" y="7525945"/>
            <a:ext cx="1641997" cy="371502"/>
          </a:xfrm>
          <a:custGeom>
            <a:avLst/>
            <a:gdLst/>
            <a:ahLst/>
            <a:cxnLst/>
            <a:rect l="l" t="t" r="r" b="b"/>
            <a:pathLst>
              <a:path w="1641997" h="371502">
                <a:moveTo>
                  <a:pt x="1641997" y="0"/>
                </a:moveTo>
                <a:lnTo>
                  <a:pt x="0" y="0"/>
                </a:lnTo>
                <a:lnTo>
                  <a:pt x="0" y="371502"/>
                </a:lnTo>
                <a:lnTo>
                  <a:pt x="1641997" y="371502"/>
                </a:lnTo>
                <a:lnTo>
                  <a:pt x="1641997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151607" flipH="1">
            <a:off x="8554613" y="8334805"/>
            <a:ext cx="1716079" cy="388263"/>
          </a:xfrm>
          <a:custGeom>
            <a:avLst/>
            <a:gdLst/>
            <a:ahLst/>
            <a:cxnLst/>
            <a:rect l="l" t="t" r="r" b="b"/>
            <a:pathLst>
              <a:path w="1716079" h="388263">
                <a:moveTo>
                  <a:pt x="1716079" y="0"/>
                </a:moveTo>
                <a:lnTo>
                  <a:pt x="0" y="0"/>
                </a:lnTo>
                <a:lnTo>
                  <a:pt x="0" y="388263"/>
                </a:lnTo>
                <a:lnTo>
                  <a:pt x="1716079" y="388263"/>
                </a:lnTo>
                <a:lnTo>
                  <a:pt x="1716079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35003">
            <a:off x="14707211" y="7712954"/>
            <a:ext cx="1980881" cy="448174"/>
          </a:xfrm>
          <a:custGeom>
            <a:avLst/>
            <a:gdLst/>
            <a:ahLst/>
            <a:cxnLst/>
            <a:rect l="l" t="t" r="r" b="b"/>
            <a:pathLst>
              <a:path w="1980881" h="448174">
                <a:moveTo>
                  <a:pt x="0" y="0"/>
                </a:moveTo>
                <a:lnTo>
                  <a:pt x="1980880" y="0"/>
                </a:lnTo>
                <a:lnTo>
                  <a:pt x="1980880" y="448175"/>
                </a:lnTo>
                <a:lnTo>
                  <a:pt x="0" y="4481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29985" flipH="1" flipV="1">
            <a:off x="10061938" y="9159911"/>
            <a:ext cx="3409294" cy="771353"/>
          </a:xfrm>
          <a:custGeom>
            <a:avLst/>
            <a:gdLst/>
            <a:ahLst/>
            <a:cxnLst/>
            <a:rect l="l" t="t" r="r" b="b"/>
            <a:pathLst>
              <a:path w="3409294" h="771353">
                <a:moveTo>
                  <a:pt x="3409294" y="771353"/>
                </a:moveTo>
                <a:lnTo>
                  <a:pt x="0" y="771353"/>
                </a:lnTo>
                <a:lnTo>
                  <a:pt x="0" y="0"/>
                </a:lnTo>
                <a:lnTo>
                  <a:pt x="3409294" y="0"/>
                </a:lnTo>
                <a:lnTo>
                  <a:pt x="3409294" y="771353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4582254">
            <a:off x="528555" y="7427282"/>
            <a:ext cx="1839358" cy="3085769"/>
          </a:xfrm>
          <a:custGeom>
            <a:avLst/>
            <a:gdLst/>
            <a:ahLst/>
            <a:cxnLst/>
            <a:rect l="l" t="t" r="r" b="b"/>
            <a:pathLst>
              <a:path w="1839358" h="3085769">
                <a:moveTo>
                  <a:pt x="0" y="0"/>
                </a:moveTo>
                <a:lnTo>
                  <a:pt x="1839359" y="0"/>
                </a:lnTo>
                <a:lnTo>
                  <a:pt x="1839359" y="3085769"/>
                </a:lnTo>
                <a:lnTo>
                  <a:pt x="0" y="30857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02913" t="-32250" r="-456244" b="-86436"/>
            </a:stretch>
          </a:blipFill>
        </p:spPr>
      </p:sp>
      <p:sp>
        <p:nvSpPr>
          <p:cNvPr id="11" name="Freeform 11"/>
          <p:cNvSpPr/>
          <p:nvPr/>
        </p:nvSpPr>
        <p:spPr>
          <a:xfrm rot="-5541612">
            <a:off x="3557312" y="6490086"/>
            <a:ext cx="1854445" cy="3111079"/>
          </a:xfrm>
          <a:custGeom>
            <a:avLst/>
            <a:gdLst/>
            <a:ahLst/>
            <a:cxnLst/>
            <a:rect l="l" t="t" r="r" b="b"/>
            <a:pathLst>
              <a:path w="1854445" h="3111079">
                <a:moveTo>
                  <a:pt x="0" y="0"/>
                </a:moveTo>
                <a:lnTo>
                  <a:pt x="1854445" y="0"/>
                </a:lnTo>
                <a:lnTo>
                  <a:pt x="1854445" y="3111079"/>
                </a:lnTo>
                <a:lnTo>
                  <a:pt x="0" y="31110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02913" t="-32250" r="-456244" b="-86436"/>
            </a:stretch>
          </a:blipFill>
        </p:spPr>
      </p:sp>
      <p:sp>
        <p:nvSpPr>
          <p:cNvPr id="12" name="Freeform 12"/>
          <p:cNvSpPr/>
          <p:nvPr/>
        </p:nvSpPr>
        <p:spPr>
          <a:xfrm rot="-3352254">
            <a:off x="6881906" y="6254244"/>
            <a:ext cx="1839358" cy="3085769"/>
          </a:xfrm>
          <a:custGeom>
            <a:avLst/>
            <a:gdLst/>
            <a:ahLst/>
            <a:cxnLst/>
            <a:rect l="l" t="t" r="r" b="b"/>
            <a:pathLst>
              <a:path w="1839358" h="3085769">
                <a:moveTo>
                  <a:pt x="0" y="0"/>
                </a:moveTo>
                <a:lnTo>
                  <a:pt x="1839358" y="0"/>
                </a:lnTo>
                <a:lnTo>
                  <a:pt x="1839358" y="3085769"/>
                </a:lnTo>
                <a:lnTo>
                  <a:pt x="0" y="30857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02913" t="-32250" r="-456244" b="-86436"/>
            </a:stretch>
          </a:blipFill>
        </p:spPr>
      </p:sp>
      <p:sp>
        <p:nvSpPr>
          <p:cNvPr id="13" name="Freeform 13"/>
          <p:cNvSpPr/>
          <p:nvPr/>
        </p:nvSpPr>
        <p:spPr>
          <a:xfrm rot="-5737372">
            <a:off x="13096056" y="6756241"/>
            <a:ext cx="1849320" cy="3188012"/>
          </a:xfrm>
          <a:custGeom>
            <a:avLst/>
            <a:gdLst/>
            <a:ahLst/>
            <a:cxnLst/>
            <a:rect l="l" t="t" r="r" b="b"/>
            <a:pathLst>
              <a:path w="1849320" h="3188012">
                <a:moveTo>
                  <a:pt x="0" y="0"/>
                </a:moveTo>
                <a:lnTo>
                  <a:pt x="1849320" y="0"/>
                </a:lnTo>
                <a:lnTo>
                  <a:pt x="1849320" y="3188012"/>
                </a:lnTo>
                <a:lnTo>
                  <a:pt x="0" y="31880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03674" t="-30318" r="-458140" b="-83092"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5908565" y="6411636"/>
            <a:ext cx="247773" cy="1284056"/>
            <a:chOff x="0" y="0"/>
            <a:chExt cx="330364" cy="1712074"/>
          </a:xfrm>
        </p:grpSpPr>
        <p:sp>
          <p:nvSpPr>
            <p:cNvPr id="15" name="AutoShape 15"/>
            <p:cNvSpPr/>
            <p:nvPr/>
          </p:nvSpPr>
          <p:spPr>
            <a:xfrm rot="-5416219">
              <a:off x="-536161" y="961746"/>
              <a:ext cx="1402686" cy="0"/>
            </a:xfrm>
            <a:prstGeom prst="line">
              <a:avLst/>
            </a:prstGeom>
            <a:ln w="24166" cap="flat">
              <a:solidFill>
                <a:srgbClr val="1EFFFF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6" name="Group 16"/>
            <p:cNvGrpSpPr/>
            <p:nvPr/>
          </p:nvGrpSpPr>
          <p:grpSpPr>
            <a:xfrm rot="-16219">
              <a:off x="97355" y="1638573"/>
              <a:ext cx="135654" cy="73182"/>
              <a:chOff x="0" y="0"/>
              <a:chExt cx="812800" cy="438483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43848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38483">
                    <a:moveTo>
                      <a:pt x="406400" y="0"/>
                    </a:moveTo>
                    <a:cubicBezTo>
                      <a:pt x="181951" y="0"/>
                      <a:pt x="0" y="98158"/>
                      <a:pt x="0" y="219241"/>
                    </a:cubicBezTo>
                    <a:cubicBezTo>
                      <a:pt x="0" y="340325"/>
                      <a:pt x="181951" y="438483"/>
                      <a:pt x="406400" y="438483"/>
                    </a:cubicBezTo>
                    <a:cubicBezTo>
                      <a:pt x="630849" y="438483"/>
                      <a:pt x="812800" y="340325"/>
                      <a:pt x="812800" y="219241"/>
                    </a:cubicBezTo>
                    <a:cubicBezTo>
                      <a:pt x="812800" y="98158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EFFFF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6200" y="3008"/>
                <a:ext cx="660400" cy="394367"/>
              </a:xfrm>
              <a:prstGeom prst="rect">
                <a:avLst/>
              </a:prstGeom>
            </p:spPr>
            <p:txBody>
              <a:bodyPr lIns="77222" tIns="77222" rIns="77222" bIns="77222" rtlCol="0" anchor="ctr"/>
              <a:lstStyle/>
              <a:p>
                <a:pPr algn="ctr">
                  <a:lnSpc>
                    <a:spcPts val="2141"/>
                  </a:lnSpc>
                </a:pPr>
                <a:endParaRPr/>
              </a:p>
            </p:txBody>
          </p:sp>
        </p:grpSp>
        <p:sp>
          <p:nvSpPr>
            <p:cNvPr id="19" name="Freeform 19"/>
            <p:cNvSpPr/>
            <p:nvPr/>
          </p:nvSpPr>
          <p:spPr>
            <a:xfrm rot="-7322834">
              <a:off x="45331" y="45331"/>
              <a:ext cx="239702" cy="239702"/>
            </a:xfrm>
            <a:custGeom>
              <a:avLst/>
              <a:gdLst/>
              <a:ahLst/>
              <a:cxnLst/>
              <a:rect l="l" t="t" r="r" b="b"/>
              <a:pathLst>
                <a:path w="239702" h="239702">
                  <a:moveTo>
                    <a:pt x="0" y="0"/>
                  </a:moveTo>
                  <a:lnTo>
                    <a:pt x="239702" y="0"/>
                  </a:lnTo>
                  <a:lnTo>
                    <a:pt x="239702" y="239702"/>
                  </a:lnTo>
                  <a:lnTo>
                    <a:pt x="0" y="239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9115741" y="7155957"/>
            <a:ext cx="247773" cy="1284056"/>
            <a:chOff x="0" y="0"/>
            <a:chExt cx="330364" cy="1712074"/>
          </a:xfrm>
        </p:grpSpPr>
        <p:sp>
          <p:nvSpPr>
            <p:cNvPr id="21" name="AutoShape 21"/>
            <p:cNvSpPr/>
            <p:nvPr/>
          </p:nvSpPr>
          <p:spPr>
            <a:xfrm rot="-5416219">
              <a:off x="-536161" y="961746"/>
              <a:ext cx="1402686" cy="0"/>
            </a:xfrm>
            <a:prstGeom prst="line">
              <a:avLst/>
            </a:prstGeom>
            <a:ln w="24166" cap="flat">
              <a:solidFill>
                <a:srgbClr val="1EFFFF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22" name="Group 22"/>
            <p:cNvGrpSpPr/>
            <p:nvPr/>
          </p:nvGrpSpPr>
          <p:grpSpPr>
            <a:xfrm rot="-16219">
              <a:off x="97355" y="1638573"/>
              <a:ext cx="135654" cy="73182"/>
              <a:chOff x="0" y="0"/>
              <a:chExt cx="812800" cy="438483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43848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38483">
                    <a:moveTo>
                      <a:pt x="406400" y="0"/>
                    </a:moveTo>
                    <a:cubicBezTo>
                      <a:pt x="181951" y="0"/>
                      <a:pt x="0" y="98158"/>
                      <a:pt x="0" y="219241"/>
                    </a:cubicBezTo>
                    <a:cubicBezTo>
                      <a:pt x="0" y="340325"/>
                      <a:pt x="181951" y="438483"/>
                      <a:pt x="406400" y="438483"/>
                    </a:cubicBezTo>
                    <a:cubicBezTo>
                      <a:pt x="630849" y="438483"/>
                      <a:pt x="812800" y="340325"/>
                      <a:pt x="812800" y="219241"/>
                    </a:cubicBezTo>
                    <a:cubicBezTo>
                      <a:pt x="812800" y="98158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EFFFF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6200" y="3008"/>
                <a:ext cx="660400" cy="394367"/>
              </a:xfrm>
              <a:prstGeom prst="rect">
                <a:avLst/>
              </a:prstGeom>
            </p:spPr>
            <p:txBody>
              <a:bodyPr lIns="77222" tIns="77222" rIns="77222" bIns="77222" rtlCol="0" anchor="ctr"/>
              <a:lstStyle/>
              <a:p>
                <a:pPr algn="ctr">
                  <a:lnSpc>
                    <a:spcPts val="2141"/>
                  </a:lnSpc>
                </a:pPr>
                <a:endParaRPr/>
              </a:p>
            </p:txBody>
          </p:sp>
        </p:grpSp>
        <p:sp>
          <p:nvSpPr>
            <p:cNvPr id="25" name="Freeform 25"/>
            <p:cNvSpPr/>
            <p:nvPr/>
          </p:nvSpPr>
          <p:spPr>
            <a:xfrm rot="-7322834">
              <a:off x="45331" y="45331"/>
              <a:ext cx="239702" cy="239702"/>
            </a:xfrm>
            <a:custGeom>
              <a:avLst/>
              <a:gdLst/>
              <a:ahLst/>
              <a:cxnLst/>
              <a:rect l="l" t="t" r="r" b="b"/>
              <a:pathLst>
                <a:path w="239702" h="239702">
                  <a:moveTo>
                    <a:pt x="0" y="0"/>
                  </a:moveTo>
                  <a:lnTo>
                    <a:pt x="239702" y="0"/>
                  </a:lnTo>
                  <a:lnTo>
                    <a:pt x="239702" y="239702"/>
                  </a:lnTo>
                  <a:lnTo>
                    <a:pt x="0" y="239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15458726" y="6652986"/>
            <a:ext cx="247773" cy="1284056"/>
            <a:chOff x="0" y="0"/>
            <a:chExt cx="330364" cy="1712074"/>
          </a:xfrm>
        </p:grpSpPr>
        <p:sp>
          <p:nvSpPr>
            <p:cNvPr id="27" name="AutoShape 27"/>
            <p:cNvSpPr/>
            <p:nvPr/>
          </p:nvSpPr>
          <p:spPr>
            <a:xfrm rot="-5416219">
              <a:off x="-536161" y="961746"/>
              <a:ext cx="1402686" cy="0"/>
            </a:xfrm>
            <a:prstGeom prst="line">
              <a:avLst/>
            </a:prstGeom>
            <a:ln w="24166" cap="flat">
              <a:solidFill>
                <a:srgbClr val="1EFFFF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28" name="Group 28"/>
            <p:cNvGrpSpPr/>
            <p:nvPr/>
          </p:nvGrpSpPr>
          <p:grpSpPr>
            <a:xfrm rot="-16219">
              <a:off x="97355" y="1638573"/>
              <a:ext cx="135654" cy="73182"/>
              <a:chOff x="0" y="0"/>
              <a:chExt cx="812800" cy="438483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812800" cy="43848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38483">
                    <a:moveTo>
                      <a:pt x="406400" y="0"/>
                    </a:moveTo>
                    <a:cubicBezTo>
                      <a:pt x="181951" y="0"/>
                      <a:pt x="0" y="98158"/>
                      <a:pt x="0" y="219241"/>
                    </a:cubicBezTo>
                    <a:cubicBezTo>
                      <a:pt x="0" y="340325"/>
                      <a:pt x="181951" y="438483"/>
                      <a:pt x="406400" y="438483"/>
                    </a:cubicBezTo>
                    <a:cubicBezTo>
                      <a:pt x="630849" y="438483"/>
                      <a:pt x="812800" y="340325"/>
                      <a:pt x="812800" y="219241"/>
                    </a:cubicBezTo>
                    <a:cubicBezTo>
                      <a:pt x="812800" y="98158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EFFFF"/>
              </a:solidFill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76200" y="3008"/>
                <a:ext cx="660400" cy="394367"/>
              </a:xfrm>
              <a:prstGeom prst="rect">
                <a:avLst/>
              </a:prstGeom>
            </p:spPr>
            <p:txBody>
              <a:bodyPr lIns="77222" tIns="77222" rIns="77222" bIns="77222" rtlCol="0" anchor="ctr"/>
              <a:lstStyle/>
              <a:p>
                <a:pPr algn="ctr">
                  <a:lnSpc>
                    <a:spcPts val="2141"/>
                  </a:lnSpc>
                </a:pPr>
                <a:endParaRPr/>
              </a:p>
            </p:txBody>
          </p:sp>
        </p:grpSp>
        <p:sp>
          <p:nvSpPr>
            <p:cNvPr id="31" name="Freeform 31"/>
            <p:cNvSpPr/>
            <p:nvPr/>
          </p:nvSpPr>
          <p:spPr>
            <a:xfrm rot="-7322834">
              <a:off x="45331" y="45331"/>
              <a:ext cx="239702" cy="239702"/>
            </a:xfrm>
            <a:custGeom>
              <a:avLst/>
              <a:gdLst/>
              <a:ahLst/>
              <a:cxnLst/>
              <a:rect l="l" t="t" r="r" b="b"/>
              <a:pathLst>
                <a:path w="239702" h="239702">
                  <a:moveTo>
                    <a:pt x="0" y="0"/>
                  </a:moveTo>
                  <a:lnTo>
                    <a:pt x="239702" y="0"/>
                  </a:lnTo>
                  <a:lnTo>
                    <a:pt x="239702" y="239702"/>
                  </a:lnTo>
                  <a:lnTo>
                    <a:pt x="0" y="239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32" name="Group 32"/>
          <p:cNvGrpSpPr/>
          <p:nvPr/>
        </p:nvGrpSpPr>
        <p:grpSpPr>
          <a:xfrm>
            <a:off x="2854059" y="7771088"/>
            <a:ext cx="191894" cy="1265033"/>
            <a:chOff x="0" y="0"/>
            <a:chExt cx="255859" cy="1686711"/>
          </a:xfrm>
        </p:grpSpPr>
        <p:grpSp>
          <p:nvGrpSpPr>
            <p:cNvPr id="33" name="Group 33"/>
            <p:cNvGrpSpPr/>
            <p:nvPr/>
          </p:nvGrpSpPr>
          <p:grpSpPr>
            <a:xfrm rot="-7961">
              <a:off x="299" y="295"/>
              <a:ext cx="255262" cy="258273"/>
              <a:chOff x="0" y="0"/>
              <a:chExt cx="621165" cy="628494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621165" cy="628494"/>
              </a:xfrm>
              <a:custGeom>
                <a:avLst/>
                <a:gdLst/>
                <a:ahLst/>
                <a:cxnLst/>
                <a:rect l="l" t="t" r="r" b="b"/>
                <a:pathLst>
                  <a:path w="621165" h="628494">
                    <a:moveTo>
                      <a:pt x="310583" y="0"/>
                    </a:moveTo>
                    <a:cubicBezTo>
                      <a:pt x="139053" y="0"/>
                      <a:pt x="0" y="140693"/>
                      <a:pt x="0" y="314247"/>
                    </a:cubicBezTo>
                    <a:cubicBezTo>
                      <a:pt x="0" y="487801"/>
                      <a:pt x="139053" y="628494"/>
                      <a:pt x="310583" y="628494"/>
                    </a:cubicBezTo>
                    <a:cubicBezTo>
                      <a:pt x="482113" y="628494"/>
                      <a:pt x="621165" y="487801"/>
                      <a:pt x="621165" y="314247"/>
                    </a:cubicBezTo>
                    <a:cubicBezTo>
                      <a:pt x="621165" y="140693"/>
                      <a:pt x="482113" y="0"/>
                      <a:pt x="310583" y="0"/>
                    </a:cubicBezTo>
                    <a:close/>
                  </a:path>
                </a:pathLst>
              </a:custGeom>
              <a:solidFill>
                <a:srgbClr val="1EFFFF"/>
              </a:soli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58234" y="20821"/>
                <a:ext cx="504697" cy="548751"/>
              </a:xfrm>
              <a:prstGeom prst="rect">
                <a:avLst/>
              </a:prstGeom>
            </p:spPr>
            <p:txBody>
              <a:bodyPr lIns="77222" tIns="77222" rIns="77222" bIns="77222" rtlCol="0" anchor="ctr"/>
              <a:lstStyle/>
              <a:p>
                <a:pPr algn="ctr">
                  <a:lnSpc>
                    <a:spcPts val="2141"/>
                  </a:lnSpc>
                </a:pPr>
                <a:endParaRPr/>
              </a:p>
            </p:txBody>
          </p:sp>
        </p:grpSp>
        <p:sp>
          <p:nvSpPr>
            <p:cNvPr id="36" name="AutoShape 36"/>
            <p:cNvSpPr/>
            <p:nvPr/>
          </p:nvSpPr>
          <p:spPr>
            <a:xfrm rot="-5416219">
              <a:off x="-573413" y="936382"/>
              <a:ext cx="1402686" cy="0"/>
            </a:xfrm>
            <a:prstGeom prst="line">
              <a:avLst/>
            </a:prstGeom>
            <a:ln w="24166" cap="flat">
              <a:solidFill>
                <a:srgbClr val="1EFFFF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37" name="Group 37"/>
            <p:cNvGrpSpPr/>
            <p:nvPr/>
          </p:nvGrpSpPr>
          <p:grpSpPr>
            <a:xfrm rot="-16219">
              <a:off x="60102" y="1613209"/>
              <a:ext cx="135654" cy="73182"/>
              <a:chOff x="0" y="0"/>
              <a:chExt cx="812800" cy="438483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812800" cy="43848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38483">
                    <a:moveTo>
                      <a:pt x="406400" y="0"/>
                    </a:moveTo>
                    <a:cubicBezTo>
                      <a:pt x="181951" y="0"/>
                      <a:pt x="0" y="98158"/>
                      <a:pt x="0" y="219241"/>
                    </a:cubicBezTo>
                    <a:cubicBezTo>
                      <a:pt x="0" y="340325"/>
                      <a:pt x="181951" y="438483"/>
                      <a:pt x="406400" y="438483"/>
                    </a:cubicBezTo>
                    <a:cubicBezTo>
                      <a:pt x="630849" y="438483"/>
                      <a:pt x="812800" y="340325"/>
                      <a:pt x="812800" y="219241"/>
                    </a:cubicBezTo>
                    <a:cubicBezTo>
                      <a:pt x="812800" y="98158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EFFFF"/>
              </a:solidFill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76200" y="3008"/>
                <a:ext cx="660400" cy="394367"/>
              </a:xfrm>
              <a:prstGeom prst="rect">
                <a:avLst/>
              </a:prstGeom>
            </p:spPr>
            <p:txBody>
              <a:bodyPr lIns="77222" tIns="77222" rIns="77222" bIns="77222" rtlCol="0" anchor="ctr"/>
              <a:lstStyle/>
              <a:p>
                <a:pPr algn="ctr">
                  <a:lnSpc>
                    <a:spcPts val="2141"/>
                  </a:lnSpc>
                </a:pPr>
                <a:endParaRPr/>
              </a:p>
            </p:txBody>
          </p:sp>
        </p:grpSp>
      </p:grpSp>
      <p:grpSp>
        <p:nvGrpSpPr>
          <p:cNvPr id="40" name="Group 40"/>
          <p:cNvGrpSpPr/>
          <p:nvPr/>
        </p:nvGrpSpPr>
        <p:grpSpPr>
          <a:xfrm>
            <a:off x="13850590" y="584482"/>
            <a:ext cx="1894194" cy="1894194"/>
            <a:chOff x="0" y="0"/>
            <a:chExt cx="812800" cy="812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AB7E4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1180" tIns="31180" rIns="31180" bIns="31180" rtlCol="0" anchor="ctr"/>
            <a:lstStyle/>
            <a:p>
              <a:pPr algn="ctr">
                <a:lnSpc>
                  <a:spcPts val="163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3" name="Freeform 43"/>
          <p:cNvSpPr/>
          <p:nvPr/>
        </p:nvSpPr>
        <p:spPr>
          <a:xfrm>
            <a:off x="13534891" y="268783"/>
            <a:ext cx="2525592" cy="2525592"/>
          </a:xfrm>
          <a:custGeom>
            <a:avLst/>
            <a:gdLst/>
            <a:ahLst/>
            <a:cxnLst/>
            <a:rect l="l" t="t" r="r" b="b"/>
            <a:pathLst>
              <a:path w="2525592" h="2525592">
                <a:moveTo>
                  <a:pt x="0" y="0"/>
                </a:moveTo>
                <a:lnTo>
                  <a:pt x="2525591" y="0"/>
                </a:lnTo>
                <a:lnTo>
                  <a:pt x="2525591" y="2525592"/>
                </a:lnTo>
                <a:lnTo>
                  <a:pt x="0" y="252559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 rot="-3050727">
            <a:off x="10149674" y="7106809"/>
            <a:ext cx="1837874" cy="3120681"/>
          </a:xfrm>
          <a:custGeom>
            <a:avLst/>
            <a:gdLst/>
            <a:ahLst/>
            <a:cxnLst/>
            <a:rect l="l" t="t" r="r" b="b"/>
            <a:pathLst>
              <a:path w="1837874" h="3120681">
                <a:moveTo>
                  <a:pt x="0" y="0"/>
                </a:moveTo>
                <a:lnTo>
                  <a:pt x="1837874" y="0"/>
                </a:lnTo>
                <a:lnTo>
                  <a:pt x="1837874" y="3120681"/>
                </a:lnTo>
                <a:lnTo>
                  <a:pt x="0" y="31206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00593" t="-30962" r="-453963" b="-84068"/>
            </a:stretch>
          </a:blipFill>
        </p:spPr>
      </p:sp>
      <p:grpSp>
        <p:nvGrpSpPr>
          <p:cNvPr id="45" name="Group 45"/>
          <p:cNvGrpSpPr/>
          <p:nvPr/>
        </p:nvGrpSpPr>
        <p:grpSpPr>
          <a:xfrm>
            <a:off x="12379894" y="8196115"/>
            <a:ext cx="247773" cy="1284056"/>
            <a:chOff x="0" y="0"/>
            <a:chExt cx="330364" cy="1712074"/>
          </a:xfrm>
        </p:grpSpPr>
        <p:sp>
          <p:nvSpPr>
            <p:cNvPr id="46" name="AutoShape 46"/>
            <p:cNvSpPr/>
            <p:nvPr/>
          </p:nvSpPr>
          <p:spPr>
            <a:xfrm rot="-5416219">
              <a:off x="-536161" y="961746"/>
              <a:ext cx="1402686" cy="0"/>
            </a:xfrm>
            <a:prstGeom prst="line">
              <a:avLst/>
            </a:prstGeom>
            <a:ln w="24166" cap="flat">
              <a:solidFill>
                <a:srgbClr val="1EFFFF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47" name="Group 47"/>
            <p:cNvGrpSpPr/>
            <p:nvPr/>
          </p:nvGrpSpPr>
          <p:grpSpPr>
            <a:xfrm rot="-16219">
              <a:off x="97355" y="1638573"/>
              <a:ext cx="135654" cy="73182"/>
              <a:chOff x="0" y="0"/>
              <a:chExt cx="812800" cy="438483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812800" cy="43848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38483">
                    <a:moveTo>
                      <a:pt x="406400" y="0"/>
                    </a:moveTo>
                    <a:cubicBezTo>
                      <a:pt x="181951" y="0"/>
                      <a:pt x="0" y="98158"/>
                      <a:pt x="0" y="219241"/>
                    </a:cubicBezTo>
                    <a:cubicBezTo>
                      <a:pt x="0" y="340325"/>
                      <a:pt x="181951" y="438483"/>
                      <a:pt x="406400" y="438483"/>
                    </a:cubicBezTo>
                    <a:cubicBezTo>
                      <a:pt x="630849" y="438483"/>
                      <a:pt x="812800" y="340325"/>
                      <a:pt x="812800" y="219241"/>
                    </a:cubicBezTo>
                    <a:cubicBezTo>
                      <a:pt x="812800" y="98158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EFFFF"/>
              </a:solidFill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76200" y="3008"/>
                <a:ext cx="660400" cy="394367"/>
              </a:xfrm>
              <a:prstGeom prst="rect">
                <a:avLst/>
              </a:prstGeom>
            </p:spPr>
            <p:txBody>
              <a:bodyPr lIns="77222" tIns="77222" rIns="77222" bIns="77222" rtlCol="0" anchor="ctr"/>
              <a:lstStyle/>
              <a:p>
                <a:pPr algn="ctr">
                  <a:lnSpc>
                    <a:spcPts val="2141"/>
                  </a:lnSpc>
                </a:pPr>
                <a:endParaRPr/>
              </a:p>
            </p:txBody>
          </p:sp>
        </p:grpSp>
        <p:sp>
          <p:nvSpPr>
            <p:cNvPr id="50" name="Freeform 50"/>
            <p:cNvSpPr/>
            <p:nvPr/>
          </p:nvSpPr>
          <p:spPr>
            <a:xfrm rot="-7322834">
              <a:off x="45331" y="45331"/>
              <a:ext cx="239702" cy="239702"/>
            </a:xfrm>
            <a:custGeom>
              <a:avLst/>
              <a:gdLst/>
              <a:ahLst/>
              <a:cxnLst/>
              <a:rect l="l" t="t" r="r" b="b"/>
              <a:pathLst>
                <a:path w="239702" h="239702">
                  <a:moveTo>
                    <a:pt x="0" y="0"/>
                  </a:moveTo>
                  <a:lnTo>
                    <a:pt x="239702" y="0"/>
                  </a:lnTo>
                  <a:lnTo>
                    <a:pt x="239702" y="239702"/>
                  </a:lnTo>
                  <a:lnTo>
                    <a:pt x="0" y="239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51" name="Group 51"/>
          <p:cNvGrpSpPr/>
          <p:nvPr/>
        </p:nvGrpSpPr>
        <p:grpSpPr>
          <a:xfrm>
            <a:off x="390201" y="356576"/>
            <a:ext cx="2655752" cy="2781844"/>
            <a:chOff x="0" y="0"/>
            <a:chExt cx="699457" cy="732667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699457" cy="732667"/>
            </a:xfrm>
            <a:custGeom>
              <a:avLst/>
              <a:gdLst/>
              <a:ahLst/>
              <a:cxnLst/>
              <a:rect l="l" t="t" r="r" b="b"/>
              <a:pathLst>
                <a:path w="699457" h="732667">
                  <a:moveTo>
                    <a:pt x="43727" y="0"/>
                  </a:moveTo>
                  <a:lnTo>
                    <a:pt x="655730" y="0"/>
                  </a:lnTo>
                  <a:cubicBezTo>
                    <a:pt x="679880" y="0"/>
                    <a:pt x="699457" y="19577"/>
                    <a:pt x="699457" y="43727"/>
                  </a:cubicBezTo>
                  <a:lnTo>
                    <a:pt x="699457" y="688940"/>
                  </a:lnTo>
                  <a:cubicBezTo>
                    <a:pt x="699457" y="713089"/>
                    <a:pt x="679880" y="732667"/>
                    <a:pt x="655730" y="732667"/>
                  </a:cubicBezTo>
                  <a:lnTo>
                    <a:pt x="43727" y="732667"/>
                  </a:lnTo>
                  <a:cubicBezTo>
                    <a:pt x="19577" y="732667"/>
                    <a:pt x="0" y="713089"/>
                    <a:pt x="0" y="688940"/>
                  </a:cubicBezTo>
                  <a:lnTo>
                    <a:pt x="0" y="43727"/>
                  </a:lnTo>
                  <a:cubicBezTo>
                    <a:pt x="0" y="19577"/>
                    <a:pt x="19577" y="0"/>
                    <a:pt x="43727" y="0"/>
                  </a:cubicBezTo>
                  <a:close/>
                </a:path>
              </a:pathLst>
            </a:custGeom>
            <a:solidFill>
              <a:srgbClr val="386CB4">
                <a:alpha val="40000"/>
              </a:srgbClr>
            </a:solidFill>
            <a:ln w="19050" cap="sq">
              <a:solidFill>
                <a:srgbClr val="6AB7E4">
                  <a:alpha val="40000"/>
                </a:srgbClr>
              </a:solidFill>
              <a:prstDash val="solid"/>
              <a:miter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0" y="-47625"/>
              <a:ext cx="699457" cy="780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6"/>
                </a:lnSpc>
              </a:pPr>
              <a:endParaRPr/>
            </a:p>
          </p:txBody>
        </p:sp>
      </p:grpSp>
      <p:sp>
        <p:nvSpPr>
          <p:cNvPr id="54" name="Freeform 54">
            <a:hlinkClick r:id="rId12" action="ppaction://hlinksldjump"/>
          </p:cNvPr>
          <p:cNvSpPr/>
          <p:nvPr/>
        </p:nvSpPr>
        <p:spPr>
          <a:xfrm rot="-10800000">
            <a:off x="16575804" y="1611873"/>
            <a:ext cx="1340311" cy="738846"/>
          </a:xfrm>
          <a:custGeom>
            <a:avLst/>
            <a:gdLst/>
            <a:ahLst/>
            <a:cxnLst/>
            <a:rect l="l" t="t" r="r" b="b"/>
            <a:pathLst>
              <a:path w="1340311" h="738846">
                <a:moveTo>
                  <a:pt x="0" y="0"/>
                </a:moveTo>
                <a:lnTo>
                  <a:pt x="1340311" y="0"/>
                </a:lnTo>
                <a:lnTo>
                  <a:pt x="1340311" y="738846"/>
                </a:lnTo>
                <a:lnTo>
                  <a:pt x="0" y="73884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grpSp>
        <p:nvGrpSpPr>
          <p:cNvPr id="55" name="Group 55"/>
          <p:cNvGrpSpPr/>
          <p:nvPr/>
        </p:nvGrpSpPr>
        <p:grpSpPr>
          <a:xfrm>
            <a:off x="16417577" y="356576"/>
            <a:ext cx="1656764" cy="1062591"/>
            <a:chOff x="0" y="0"/>
            <a:chExt cx="436349" cy="279859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436349" cy="279859"/>
            </a:xfrm>
            <a:custGeom>
              <a:avLst/>
              <a:gdLst/>
              <a:ahLst/>
              <a:cxnLst/>
              <a:rect l="l" t="t" r="r" b="b"/>
              <a:pathLst>
                <a:path w="436349" h="279859">
                  <a:moveTo>
                    <a:pt x="70094" y="0"/>
                  </a:moveTo>
                  <a:lnTo>
                    <a:pt x="366256" y="0"/>
                  </a:lnTo>
                  <a:cubicBezTo>
                    <a:pt x="384846" y="0"/>
                    <a:pt x="402674" y="7385"/>
                    <a:pt x="415819" y="20530"/>
                  </a:cubicBezTo>
                  <a:cubicBezTo>
                    <a:pt x="428964" y="33675"/>
                    <a:pt x="436349" y="51504"/>
                    <a:pt x="436349" y="70094"/>
                  </a:cubicBezTo>
                  <a:lnTo>
                    <a:pt x="436349" y="209766"/>
                  </a:lnTo>
                  <a:cubicBezTo>
                    <a:pt x="436349" y="228356"/>
                    <a:pt x="428964" y="246184"/>
                    <a:pt x="415819" y="259329"/>
                  </a:cubicBezTo>
                  <a:cubicBezTo>
                    <a:pt x="402674" y="272475"/>
                    <a:pt x="384846" y="279859"/>
                    <a:pt x="366256" y="279859"/>
                  </a:cubicBezTo>
                  <a:lnTo>
                    <a:pt x="70094" y="279859"/>
                  </a:lnTo>
                  <a:cubicBezTo>
                    <a:pt x="51504" y="279859"/>
                    <a:pt x="33675" y="272475"/>
                    <a:pt x="20530" y="259329"/>
                  </a:cubicBezTo>
                  <a:cubicBezTo>
                    <a:pt x="7385" y="246184"/>
                    <a:pt x="0" y="228356"/>
                    <a:pt x="0" y="209766"/>
                  </a:cubicBezTo>
                  <a:lnTo>
                    <a:pt x="0" y="70094"/>
                  </a:lnTo>
                  <a:cubicBezTo>
                    <a:pt x="0" y="51504"/>
                    <a:pt x="7385" y="33675"/>
                    <a:pt x="20530" y="20530"/>
                  </a:cubicBezTo>
                  <a:cubicBezTo>
                    <a:pt x="33675" y="7385"/>
                    <a:pt x="51504" y="0"/>
                    <a:pt x="70094" y="0"/>
                  </a:cubicBezTo>
                  <a:close/>
                </a:path>
              </a:pathLst>
            </a:custGeom>
            <a:solidFill>
              <a:srgbClr val="386CB4">
                <a:alpha val="40000"/>
              </a:srgbClr>
            </a:solidFill>
            <a:ln w="19050" cap="sq">
              <a:solidFill>
                <a:srgbClr val="6AB7E4">
                  <a:alpha val="40000"/>
                </a:srgbClr>
              </a:solidFill>
              <a:prstDash val="solid"/>
              <a:miter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0" y="-47625"/>
              <a:ext cx="436349" cy="3274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6"/>
                </a:lnSpc>
              </a:pPr>
              <a:endParaRPr/>
            </a:p>
          </p:txBody>
        </p:sp>
      </p:grpSp>
      <p:sp>
        <p:nvSpPr>
          <p:cNvPr id="58" name="TextBox 58">
            <a:hlinkClick r:id="rId14" action="ppaction://hlinksldjump"/>
          </p:cNvPr>
          <p:cNvSpPr txBox="1"/>
          <p:nvPr/>
        </p:nvSpPr>
        <p:spPr>
          <a:xfrm>
            <a:off x="1608134" y="6171759"/>
            <a:ext cx="2683743" cy="1173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 </a:t>
            </a:r>
            <a:r>
              <a:rPr lang="en-US" sz="2199" b="1" dirty="0" err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Funciones</a:t>
            </a:r>
            <a:r>
              <a:rPr lang="en-US" sz="2199" b="1" dirty="0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 </a:t>
            </a:r>
            <a:r>
              <a:rPr lang="en-US" sz="2199" b="1" dirty="0" err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principales</a:t>
            </a:r>
            <a:r>
              <a:rPr lang="en-US" sz="2199" b="1" dirty="0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 </a:t>
            </a:r>
            <a:r>
              <a:rPr lang="en-US" sz="2199" b="1" dirty="0" err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en</a:t>
            </a:r>
            <a:r>
              <a:rPr lang="en-US" sz="2199" b="1" dirty="0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 las </a:t>
            </a:r>
            <a:r>
              <a:rPr lang="en-US" sz="2199" b="1" dirty="0" err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pasantías</a:t>
            </a:r>
            <a:endParaRPr lang="en-US" sz="2199" b="1" dirty="0">
              <a:solidFill>
                <a:srgbClr val="FFFFFF"/>
              </a:solidFill>
              <a:latin typeface="Play Bold"/>
              <a:ea typeface="Play Bold"/>
              <a:cs typeface="Play Bold"/>
              <a:sym typeface="Play Bold"/>
            </a:endParaRPr>
          </a:p>
        </p:txBody>
      </p:sp>
      <p:sp>
        <p:nvSpPr>
          <p:cNvPr id="59" name="TextBox 59">
            <a:hlinkClick r:id="rId15" action="ppaction://hlinksldjump"/>
          </p:cNvPr>
          <p:cNvSpPr txBox="1"/>
          <p:nvPr/>
        </p:nvSpPr>
        <p:spPr>
          <a:xfrm>
            <a:off x="4623840" y="5266533"/>
            <a:ext cx="2769176" cy="782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Autoevaluación</a:t>
            </a:r>
            <a:r>
              <a:rPr lang="en-US" sz="2199" b="1" dirty="0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 Personal</a:t>
            </a:r>
          </a:p>
        </p:txBody>
      </p:sp>
      <p:sp>
        <p:nvSpPr>
          <p:cNvPr id="60" name="TextBox 60">
            <a:hlinkClick r:id="rId16" action="ppaction://hlinksldjump"/>
          </p:cNvPr>
          <p:cNvSpPr txBox="1"/>
          <p:nvPr/>
        </p:nvSpPr>
        <p:spPr>
          <a:xfrm>
            <a:off x="7801585" y="5827376"/>
            <a:ext cx="2953675" cy="782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 err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Vinculación</a:t>
            </a:r>
            <a:r>
              <a:rPr lang="en-US" sz="2199" b="1" dirty="0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 Universidad-</a:t>
            </a:r>
            <a:r>
              <a:rPr lang="en-US" sz="2199" b="1" dirty="0" err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Empresa</a:t>
            </a:r>
            <a:endParaRPr lang="en-US" sz="2199" b="1" dirty="0">
              <a:solidFill>
                <a:srgbClr val="FFFFFF"/>
              </a:solidFill>
              <a:latin typeface="Play Bold"/>
              <a:ea typeface="Play Bold"/>
              <a:cs typeface="Play Bold"/>
              <a:sym typeface="Play Bold"/>
            </a:endParaRPr>
          </a:p>
        </p:txBody>
      </p:sp>
      <p:sp>
        <p:nvSpPr>
          <p:cNvPr id="61" name="TextBox 61">
            <a:hlinkClick r:id="rId17" action="ppaction://hlinksldjump"/>
          </p:cNvPr>
          <p:cNvSpPr txBox="1"/>
          <p:nvPr/>
        </p:nvSpPr>
        <p:spPr>
          <a:xfrm>
            <a:off x="11254418" y="7337271"/>
            <a:ext cx="2498723" cy="391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 </a:t>
            </a:r>
            <a:r>
              <a:rPr lang="en-US" sz="2199" b="1" dirty="0" err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Resumen</a:t>
            </a:r>
            <a:endParaRPr lang="en-US" sz="2199" b="1" dirty="0">
              <a:solidFill>
                <a:srgbClr val="FFFFFF"/>
              </a:solidFill>
              <a:latin typeface="Play Bold"/>
              <a:ea typeface="Play Bold"/>
              <a:cs typeface="Play Bold"/>
              <a:sym typeface="Play Bold"/>
            </a:endParaRPr>
          </a:p>
        </p:txBody>
      </p:sp>
      <p:sp>
        <p:nvSpPr>
          <p:cNvPr id="62" name="TextBox 62">
            <a:hlinkClick r:id="rId18" action="ppaction://hlinksldjump"/>
          </p:cNvPr>
          <p:cNvSpPr txBox="1"/>
          <p:nvPr/>
        </p:nvSpPr>
        <p:spPr>
          <a:xfrm>
            <a:off x="14458516" y="5511112"/>
            <a:ext cx="2009539" cy="782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 dirty="0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Código de honor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4857393" y="1092032"/>
            <a:ext cx="8573213" cy="252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799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MAPA INFOGRÁFICO: PASANTÍAS EN DESARROLLO DE SOFTWARE</a:t>
            </a:r>
          </a:p>
        </p:txBody>
      </p:sp>
      <p:sp>
        <p:nvSpPr>
          <p:cNvPr id="64" name="TextBox 64">
            <a:hlinkClick r:id="rId14" action="ppaction://hlinksldjump"/>
          </p:cNvPr>
          <p:cNvSpPr txBox="1"/>
          <p:nvPr/>
        </p:nvSpPr>
        <p:spPr>
          <a:xfrm>
            <a:off x="2014843" y="7337271"/>
            <a:ext cx="2062221" cy="325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1EFFFF"/>
                </a:solidFill>
                <a:latin typeface="Play"/>
                <a:ea typeface="Play"/>
                <a:cs typeface="Play"/>
                <a:sym typeface="Play"/>
              </a:rPr>
              <a:t>Toca para </a:t>
            </a:r>
            <a:r>
              <a:rPr lang="en-US" sz="1800" dirty="0" err="1">
                <a:solidFill>
                  <a:srgbClr val="1EFFFF"/>
                </a:solidFill>
                <a:latin typeface="Play"/>
                <a:ea typeface="Play"/>
                <a:cs typeface="Play"/>
                <a:sym typeface="Play"/>
              </a:rPr>
              <a:t>ver</a:t>
            </a:r>
            <a:r>
              <a:rPr lang="en-US" sz="1800" dirty="0">
                <a:solidFill>
                  <a:srgbClr val="1EFFFF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en-US" sz="1800" dirty="0" err="1">
                <a:solidFill>
                  <a:srgbClr val="1EFFFF"/>
                </a:solidFill>
                <a:latin typeface="Play"/>
                <a:ea typeface="Play"/>
                <a:cs typeface="Play"/>
                <a:sym typeface="Play"/>
              </a:rPr>
              <a:t>más</a:t>
            </a:r>
            <a:endParaRPr lang="en-US" sz="1800" dirty="0">
              <a:solidFill>
                <a:srgbClr val="1E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5" name="TextBox 65">
            <a:hlinkClick r:id="rId15" action="ppaction://hlinksldjump"/>
          </p:cNvPr>
          <p:cNvSpPr txBox="1"/>
          <p:nvPr/>
        </p:nvSpPr>
        <p:spPr>
          <a:xfrm>
            <a:off x="5045829" y="6055708"/>
            <a:ext cx="2062221" cy="325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1EFFFF"/>
                </a:solidFill>
                <a:latin typeface="Play"/>
                <a:ea typeface="Play"/>
                <a:cs typeface="Play"/>
                <a:sym typeface="Play"/>
              </a:rPr>
              <a:t>Toca para </a:t>
            </a:r>
            <a:r>
              <a:rPr lang="en-US" sz="1800" dirty="0" err="1">
                <a:solidFill>
                  <a:srgbClr val="1EFFFF"/>
                </a:solidFill>
                <a:latin typeface="Play"/>
                <a:ea typeface="Play"/>
                <a:cs typeface="Play"/>
                <a:sym typeface="Play"/>
              </a:rPr>
              <a:t>ver</a:t>
            </a:r>
            <a:r>
              <a:rPr lang="en-US" sz="1800" dirty="0">
                <a:solidFill>
                  <a:srgbClr val="1EFFFF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en-US" sz="1800" dirty="0" err="1">
                <a:solidFill>
                  <a:srgbClr val="1EFFFF"/>
                </a:solidFill>
                <a:latin typeface="Play"/>
                <a:ea typeface="Play"/>
                <a:cs typeface="Play"/>
                <a:sym typeface="Play"/>
              </a:rPr>
              <a:t>más</a:t>
            </a:r>
            <a:endParaRPr lang="en-US" sz="1800" dirty="0">
              <a:solidFill>
                <a:srgbClr val="1E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6" name="TextBox 66">
            <a:hlinkClick r:id="rId16" action="ppaction://hlinksldjump"/>
          </p:cNvPr>
          <p:cNvSpPr txBox="1"/>
          <p:nvPr/>
        </p:nvSpPr>
        <p:spPr>
          <a:xfrm>
            <a:off x="8216195" y="6643554"/>
            <a:ext cx="2062221" cy="325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1EFFFF"/>
                </a:solidFill>
                <a:latin typeface="Play"/>
                <a:ea typeface="Play"/>
                <a:cs typeface="Play"/>
                <a:sym typeface="Play"/>
              </a:rPr>
              <a:t>Toca para </a:t>
            </a:r>
            <a:r>
              <a:rPr lang="en-US" sz="1800" dirty="0" err="1">
                <a:solidFill>
                  <a:srgbClr val="1EFFFF"/>
                </a:solidFill>
                <a:latin typeface="Play"/>
                <a:ea typeface="Play"/>
                <a:cs typeface="Play"/>
                <a:sym typeface="Play"/>
              </a:rPr>
              <a:t>ver</a:t>
            </a:r>
            <a:r>
              <a:rPr lang="en-US" sz="1800" dirty="0">
                <a:solidFill>
                  <a:srgbClr val="1EFFFF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en-US" sz="1800" dirty="0" err="1">
                <a:solidFill>
                  <a:srgbClr val="1EFFFF"/>
                </a:solidFill>
                <a:latin typeface="Play"/>
                <a:ea typeface="Play"/>
                <a:cs typeface="Play"/>
                <a:sym typeface="Play"/>
              </a:rPr>
              <a:t>más</a:t>
            </a:r>
            <a:endParaRPr lang="en-US" sz="1800" dirty="0">
              <a:solidFill>
                <a:srgbClr val="1E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7" name="TextBox 67">
            <a:hlinkClick r:id="rId17" action="ppaction://hlinksldjump"/>
          </p:cNvPr>
          <p:cNvSpPr txBox="1"/>
          <p:nvPr/>
        </p:nvSpPr>
        <p:spPr>
          <a:xfrm>
            <a:off x="11472669" y="7815891"/>
            <a:ext cx="2062221" cy="325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1EFFFF"/>
                </a:solidFill>
                <a:latin typeface="Play"/>
                <a:ea typeface="Play"/>
                <a:cs typeface="Play"/>
                <a:sym typeface="Play"/>
              </a:rPr>
              <a:t>Toca para </a:t>
            </a:r>
            <a:r>
              <a:rPr lang="en-US" sz="1800" dirty="0" err="1">
                <a:solidFill>
                  <a:srgbClr val="1EFFFF"/>
                </a:solidFill>
                <a:latin typeface="Play"/>
                <a:ea typeface="Play"/>
                <a:cs typeface="Play"/>
                <a:sym typeface="Play"/>
              </a:rPr>
              <a:t>ver</a:t>
            </a:r>
            <a:r>
              <a:rPr lang="en-US" sz="1800" dirty="0">
                <a:solidFill>
                  <a:srgbClr val="1EFFFF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en-US" sz="1800" dirty="0" err="1">
                <a:solidFill>
                  <a:srgbClr val="1EFFFF"/>
                </a:solidFill>
                <a:latin typeface="Play"/>
                <a:ea typeface="Play"/>
                <a:cs typeface="Play"/>
                <a:sym typeface="Play"/>
              </a:rPr>
              <a:t>más</a:t>
            </a:r>
            <a:endParaRPr lang="en-US" sz="1800" dirty="0">
              <a:solidFill>
                <a:srgbClr val="1E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8" name="TextBox 68">
            <a:hlinkClick r:id="rId18" action="ppaction://hlinksldjump"/>
          </p:cNvPr>
          <p:cNvSpPr txBox="1"/>
          <p:nvPr/>
        </p:nvSpPr>
        <p:spPr>
          <a:xfrm>
            <a:off x="14585521" y="6284040"/>
            <a:ext cx="2062221" cy="325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dirty="0">
                <a:solidFill>
                  <a:srgbClr val="1EFFFF"/>
                </a:solidFill>
                <a:latin typeface="Play"/>
                <a:ea typeface="Play"/>
                <a:cs typeface="Play"/>
                <a:sym typeface="Play"/>
              </a:rPr>
              <a:t>Toca para </a:t>
            </a:r>
            <a:r>
              <a:rPr lang="en-US" sz="1800" dirty="0" err="1">
                <a:solidFill>
                  <a:srgbClr val="1EFFFF"/>
                </a:solidFill>
                <a:latin typeface="Play"/>
                <a:ea typeface="Play"/>
                <a:cs typeface="Play"/>
                <a:sym typeface="Play"/>
              </a:rPr>
              <a:t>ver</a:t>
            </a:r>
            <a:r>
              <a:rPr lang="en-US" sz="1800" dirty="0">
                <a:solidFill>
                  <a:srgbClr val="1EFFFF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en-US" sz="1800" dirty="0" err="1">
                <a:solidFill>
                  <a:srgbClr val="1EFFFF"/>
                </a:solidFill>
                <a:latin typeface="Play"/>
                <a:ea typeface="Play"/>
                <a:cs typeface="Play"/>
                <a:sym typeface="Play"/>
              </a:rPr>
              <a:t>más</a:t>
            </a:r>
            <a:endParaRPr lang="en-US" sz="1800" dirty="0">
              <a:solidFill>
                <a:srgbClr val="1E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9" name="TextBox 69"/>
          <p:cNvSpPr txBox="1"/>
          <p:nvPr/>
        </p:nvSpPr>
        <p:spPr>
          <a:xfrm>
            <a:off x="578148" y="576030"/>
            <a:ext cx="2231628" cy="701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</a:pPr>
            <a:r>
              <a:rPr lang="en-US" sz="1998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Emely Maritza </a:t>
            </a:r>
          </a:p>
          <a:p>
            <a:pPr algn="ctr">
              <a:lnSpc>
                <a:spcPts val="2798"/>
              </a:lnSpc>
            </a:pPr>
            <a:r>
              <a:rPr lang="en-US" sz="1998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Mendoza Lúe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770487" y="1564248"/>
            <a:ext cx="1895181" cy="595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9"/>
              </a:lnSpc>
            </a:pPr>
            <a:r>
              <a:rPr lang="en-US" sz="1699" b="1">
                <a:solidFill>
                  <a:srgbClr val="E6E6E6"/>
                </a:solidFill>
                <a:latin typeface="Play Bold"/>
                <a:ea typeface="Play Bold"/>
                <a:cs typeface="Play Bold"/>
                <a:sym typeface="Play Bold"/>
              </a:rPr>
              <a:t>ORIENTACIÓN </a:t>
            </a:r>
          </a:p>
          <a:p>
            <a:pPr algn="ctr">
              <a:lnSpc>
                <a:spcPts val="2379"/>
              </a:lnSpc>
              <a:spcBef>
                <a:spcPct val="0"/>
              </a:spcBef>
            </a:pPr>
            <a:r>
              <a:rPr lang="en-US" sz="1699" b="1">
                <a:solidFill>
                  <a:srgbClr val="E6E6E6"/>
                </a:solidFill>
                <a:latin typeface="Play Bold"/>
                <a:ea typeface="Play Bold"/>
                <a:cs typeface="Play Bold"/>
                <a:sym typeface="Play Bold"/>
              </a:rPr>
              <a:t>VOCACIONAL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666407" y="2445126"/>
            <a:ext cx="696870" cy="349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2025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177577" y="2445126"/>
            <a:ext cx="376057" cy="349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998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B1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6424454" y="468070"/>
            <a:ext cx="1649887" cy="782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Regresar a la parte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76173">
            <a:off x="-353024" y="7696938"/>
            <a:ext cx="18750609" cy="4299888"/>
          </a:xfrm>
          <a:custGeom>
            <a:avLst/>
            <a:gdLst/>
            <a:ahLst/>
            <a:cxnLst/>
            <a:rect l="l" t="t" r="r" b="b"/>
            <a:pathLst>
              <a:path w="18750609" h="4299888">
                <a:moveTo>
                  <a:pt x="0" y="0"/>
                </a:moveTo>
                <a:lnTo>
                  <a:pt x="18750609" y="0"/>
                </a:lnTo>
                <a:lnTo>
                  <a:pt x="18750609" y="4299888"/>
                </a:lnTo>
                <a:lnTo>
                  <a:pt x="0" y="42998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2000" r="-96827" b="-1203106"/>
            </a:stretch>
          </a:blipFill>
        </p:spPr>
      </p:sp>
      <p:sp>
        <p:nvSpPr>
          <p:cNvPr id="4" name="Freeform 4"/>
          <p:cNvSpPr/>
          <p:nvPr/>
        </p:nvSpPr>
        <p:spPr>
          <a:xfrm rot="29985">
            <a:off x="1130747" y="9252456"/>
            <a:ext cx="3729534" cy="843807"/>
          </a:xfrm>
          <a:custGeom>
            <a:avLst/>
            <a:gdLst/>
            <a:ahLst/>
            <a:cxnLst/>
            <a:rect l="l" t="t" r="r" b="b"/>
            <a:pathLst>
              <a:path w="3729534" h="843807">
                <a:moveTo>
                  <a:pt x="0" y="0"/>
                </a:moveTo>
                <a:lnTo>
                  <a:pt x="3729533" y="0"/>
                </a:lnTo>
                <a:lnTo>
                  <a:pt x="3729533" y="843807"/>
                </a:lnTo>
                <a:lnTo>
                  <a:pt x="0" y="8438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785528" flipH="1">
            <a:off x="5136990" y="8114527"/>
            <a:ext cx="1641997" cy="371502"/>
          </a:xfrm>
          <a:custGeom>
            <a:avLst/>
            <a:gdLst/>
            <a:ahLst/>
            <a:cxnLst/>
            <a:rect l="l" t="t" r="r" b="b"/>
            <a:pathLst>
              <a:path w="1641997" h="371502">
                <a:moveTo>
                  <a:pt x="1641997" y="0"/>
                </a:moveTo>
                <a:lnTo>
                  <a:pt x="0" y="0"/>
                </a:lnTo>
                <a:lnTo>
                  <a:pt x="0" y="371502"/>
                </a:lnTo>
                <a:lnTo>
                  <a:pt x="1641997" y="371502"/>
                </a:lnTo>
                <a:lnTo>
                  <a:pt x="1641997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51607" flipH="1">
            <a:off x="8504173" y="8923387"/>
            <a:ext cx="1716079" cy="388263"/>
          </a:xfrm>
          <a:custGeom>
            <a:avLst/>
            <a:gdLst/>
            <a:ahLst/>
            <a:cxnLst/>
            <a:rect l="l" t="t" r="r" b="b"/>
            <a:pathLst>
              <a:path w="1716079" h="388263">
                <a:moveTo>
                  <a:pt x="1716079" y="0"/>
                </a:moveTo>
                <a:lnTo>
                  <a:pt x="0" y="0"/>
                </a:lnTo>
                <a:lnTo>
                  <a:pt x="0" y="388263"/>
                </a:lnTo>
                <a:lnTo>
                  <a:pt x="1716079" y="388263"/>
                </a:lnTo>
                <a:lnTo>
                  <a:pt x="1716079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35003">
            <a:off x="14656771" y="8301536"/>
            <a:ext cx="1980881" cy="448174"/>
          </a:xfrm>
          <a:custGeom>
            <a:avLst/>
            <a:gdLst/>
            <a:ahLst/>
            <a:cxnLst/>
            <a:rect l="l" t="t" r="r" b="b"/>
            <a:pathLst>
              <a:path w="1980881" h="448174">
                <a:moveTo>
                  <a:pt x="0" y="0"/>
                </a:moveTo>
                <a:lnTo>
                  <a:pt x="1980881" y="0"/>
                </a:lnTo>
                <a:lnTo>
                  <a:pt x="1980881" y="448175"/>
                </a:lnTo>
                <a:lnTo>
                  <a:pt x="0" y="4481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29985" flipH="1" flipV="1">
            <a:off x="10011498" y="9748493"/>
            <a:ext cx="3409294" cy="771353"/>
          </a:xfrm>
          <a:custGeom>
            <a:avLst/>
            <a:gdLst/>
            <a:ahLst/>
            <a:cxnLst/>
            <a:rect l="l" t="t" r="r" b="b"/>
            <a:pathLst>
              <a:path w="3409294" h="771353">
                <a:moveTo>
                  <a:pt x="3409294" y="771353"/>
                </a:moveTo>
                <a:lnTo>
                  <a:pt x="0" y="771353"/>
                </a:lnTo>
                <a:lnTo>
                  <a:pt x="0" y="0"/>
                </a:lnTo>
                <a:lnTo>
                  <a:pt x="3409294" y="0"/>
                </a:lnTo>
                <a:lnTo>
                  <a:pt x="3409294" y="771353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4582254">
            <a:off x="478116" y="8015864"/>
            <a:ext cx="1839358" cy="3085769"/>
          </a:xfrm>
          <a:custGeom>
            <a:avLst/>
            <a:gdLst/>
            <a:ahLst/>
            <a:cxnLst/>
            <a:rect l="l" t="t" r="r" b="b"/>
            <a:pathLst>
              <a:path w="1839358" h="3085769">
                <a:moveTo>
                  <a:pt x="0" y="0"/>
                </a:moveTo>
                <a:lnTo>
                  <a:pt x="1839358" y="0"/>
                </a:lnTo>
                <a:lnTo>
                  <a:pt x="1839358" y="3085769"/>
                </a:lnTo>
                <a:lnTo>
                  <a:pt x="0" y="3085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2913" t="-32250" r="-456244" b="-86436"/>
            </a:stretch>
          </a:blipFill>
        </p:spPr>
      </p:sp>
      <p:sp>
        <p:nvSpPr>
          <p:cNvPr id="10" name="Freeform 10"/>
          <p:cNvSpPr/>
          <p:nvPr/>
        </p:nvSpPr>
        <p:spPr>
          <a:xfrm rot="-3352254">
            <a:off x="6831466" y="6842826"/>
            <a:ext cx="1839358" cy="3085769"/>
          </a:xfrm>
          <a:custGeom>
            <a:avLst/>
            <a:gdLst/>
            <a:ahLst/>
            <a:cxnLst/>
            <a:rect l="l" t="t" r="r" b="b"/>
            <a:pathLst>
              <a:path w="1839358" h="3085769">
                <a:moveTo>
                  <a:pt x="0" y="0"/>
                </a:moveTo>
                <a:lnTo>
                  <a:pt x="1839358" y="0"/>
                </a:lnTo>
                <a:lnTo>
                  <a:pt x="1839358" y="3085769"/>
                </a:lnTo>
                <a:lnTo>
                  <a:pt x="0" y="3085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2913" t="-32250" r="-456244" b="-86436"/>
            </a:stretch>
          </a:blipFill>
        </p:spPr>
      </p:sp>
      <p:sp>
        <p:nvSpPr>
          <p:cNvPr id="11" name="Freeform 11"/>
          <p:cNvSpPr/>
          <p:nvPr/>
        </p:nvSpPr>
        <p:spPr>
          <a:xfrm rot="-5737372">
            <a:off x="13045616" y="7344823"/>
            <a:ext cx="1849320" cy="3188012"/>
          </a:xfrm>
          <a:custGeom>
            <a:avLst/>
            <a:gdLst/>
            <a:ahLst/>
            <a:cxnLst/>
            <a:rect l="l" t="t" r="r" b="b"/>
            <a:pathLst>
              <a:path w="1849320" h="3188012">
                <a:moveTo>
                  <a:pt x="0" y="0"/>
                </a:moveTo>
                <a:lnTo>
                  <a:pt x="1849321" y="0"/>
                </a:lnTo>
                <a:lnTo>
                  <a:pt x="1849321" y="3188012"/>
                </a:lnTo>
                <a:lnTo>
                  <a:pt x="0" y="31880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3674" t="-30318" r="-458140" b="-83092"/>
            </a:stretch>
          </a:blipFill>
        </p:spPr>
      </p:sp>
      <p:sp>
        <p:nvSpPr>
          <p:cNvPr id="12" name="Freeform 12"/>
          <p:cNvSpPr/>
          <p:nvPr/>
        </p:nvSpPr>
        <p:spPr>
          <a:xfrm rot="-3050727">
            <a:off x="10099235" y="7695391"/>
            <a:ext cx="1837874" cy="3120681"/>
          </a:xfrm>
          <a:custGeom>
            <a:avLst/>
            <a:gdLst/>
            <a:ahLst/>
            <a:cxnLst/>
            <a:rect l="l" t="t" r="r" b="b"/>
            <a:pathLst>
              <a:path w="1837874" h="3120681">
                <a:moveTo>
                  <a:pt x="0" y="0"/>
                </a:moveTo>
                <a:lnTo>
                  <a:pt x="1837874" y="0"/>
                </a:lnTo>
                <a:lnTo>
                  <a:pt x="1837874" y="3120681"/>
                </a:lnTo>
                <a:lnTo>
                  <a:pt x="0" y="31206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0593" t="-30962" r="-453963" b="-84068"/>
            </a:stretch>
          </a:blipFill>
        </p:spPr>
      </p:sp>
      <p:sp>
        <p:nvSpPr>
          <p:cNvPr id="13" name="Freeform 13"/>
          <p:cNvSpPr/>
          <p:nvPr/>
        </p:nvSpPr>
        <p:spPr>
          <a:xfrm rot="-5541612">
            <a:off x="3506872" y="7078668"/>
            <a:ext cx="1854445" cy="3111079"/>
          </a:xfrm>
          <a:custGeom>
            <a:avLst/>
            <a:gdLst/>
            <a:ahLst/>
            <a:cxnLst/>
            <a:rect l="l" t="t" r="r" b="b"/>
            <a:pathLst>
              <a:path w="1854445" h="3111079">
                <a:moveTo>
                  <a:pt x="0" y="0"/>
                </a:moveTo>
                <a:lnTo>
                  <a:pt x="1854445" y="0"/>
                </a:lnTo>
                <a:lnTo>
                  <a:pt x="1854445" y="3111079"/>
                </a:lnTo>
                <a:lnTo>
                  <a:pt x="0" y="31110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2913" t="-32250" r="-456244" b="-86436"/>
            </a:stretch>
          </a:blipFill>
        </p:spPr>
      </p:sp>
      <p:sp>
        <p:nvSpPr>
          <p:cNvPr id="14" name="Freeform 14"/>
          <p:cNvSpPr/>
          <p:nvPr/>
        </p:nvSpPr>
        <p:spPr>
          <a:xfrm rot="-3162241">
            <a:off x="16289315" y="7245539"/>
            <a:ext cx="1839358" cy="3085769"/>
          </a:xfrm>
          <a:custGeom>
            <a:avLst/>
            <a:gdLst/>
            <a:ahLst/>
            <a:cxnLst/>
            <a:rect l="l" t="t" r="r" b="b"/>
            <a:pathLst>
              <a:path w="1839358" h="3085769">
                <a:moveTo>
                  <a:pt x="0" y="0"/>
                </a:moveTo>
                <a:lnTo>
                  <a:pt x="1839358" y="0"/>
                </a:lnTo>
                <a:lnTo>
                  <a:pt x="1839358" y="3085769"/>
                </a:lnTo>
                <a:lnTo>
                  <a:pt x="0" y="3085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2913" t="-32250" r="-456244" b="-86436"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2803619" y="8359670"/>
            <a:ext cx="191894" cy="1265033"/>
            <a:chOff x="0" y="0"/>
            <a:chExt cx="255859" cy="1686711"/>
          </a:xfrm>
        </p:grpSpPr>
        <p:grpSp>
          <p:nvGrpSpPr>
            <p:cNvPr id="16" name="Group 16"/>
            <p:cNvGrpSpPr/>
            <p:nvPr/>
          </p:nvGrpSpPr>
          <p:grpSpPr>
            <a:xfrm rot="-7961">
              <a:off x="299" y="295"/>
              <a:ext cx="255262" cy="258273"/>
              <a:chOff x="0" y="0"/>
              <a:chExt cx="621165" cy="628494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621165" cy="628494"/>
              </a:xfrm>
              <a:custGeom>
                <a:avLst/>
                <a:gdLst/>
                <a:ahLst/>
                <a:cxnLst/>
                <a:rect l="l" t="t" r="r" b="b"/>
                <a:pathLst>
                  <a:path w="621165" h="628494">
                    <a:moveTo>
                      <a:pt x="310583" y="0"/>
                    </a:moveTo>
                    <a:cubicBezTo>
                      <a:pt x="139053" y="0"/>
                      <a:pt x="0" y="140693"/>
                      <a:pt x="0" y="314247"/>
                    </a:cubicBezTo>
                    <a:cubicBezTo>
                      <a:pt x="0" y="487801"/>
                      <a:pt x="139053" y="628494"/>
                      <a:pt x="310583" y="628494"/>
                    </a:cubicBezTo>
                    <a:cubicBezTo>
                      <a:pt x="482113" y="628494"/>
                      <a:pt x="621165" y="487801"/>
                      <a:pt x="621165" y="314247"/>
                    </a:cubicBezTo>
                    <a:cubicBezTo>
                      <a:pt x="621165" y="140693"/>
                      <a:pt x="482113" y="0"/>
                      <a:pt x="310583" y="0"/>
                    </a:cubicBezTo>
                    <a:close/>
                  </a:path>
                </a:pathLst>
              </a:custGeom>
              <a:solidFill>
                <a:srgbClr val="1EFFFF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58234" y="20821"/>
                <a:ext cx="504697" cy="548751"/>
              </a:xfrm>
              <a:prstGeom prst="rect">
                <a:avLst/>
              </a:prstGeom>
            </p:spPr>
            <p:txBody>
              <a:bodyPr lIns="77222" tIns="77222" rIns="77222" bIns="77222" rtlCol="0" anchor="ctr"/>
              <a:lstStyle/>
              <a:p>
                <a:pPr algn="ctr">
                  <a:lnSpc>
                    <a:spcPts val="2141"/>
                  </a:lnSpc>
                </a:pPr>
                <a:endParaRPr/>
              </a:p>
            </p:txBody>
          </p:sp>
        </p:grpSp>
        <p:sp>
          <p:nvSpPr>
            <p:cNvPr id="19" name="AutoShape 19"/>
            <p:cNvSpPr/>
            <p:nvPr/>
          </p:nvSpPr>
          <p:spPr>
            <a:xfrm rot="-5416219">
              <a:off x="-573413" y="936382"/>
              <a:ext cx="1402686" cy="0"/>
            </a:xfrm>
            <a:prstGeom prst="line">
              <a:avLst/>
            </a:prstGeom>
            <a:ln w="24166" cap="flat">
              <a:solidFill>
                <a:srgbClr val="1EFFFF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20" name="Group 20"/>
            <p:cNvGrpSpPr/>
            <p:nvPr/>
          </p:nvGrpSpPr>
          <p:grpSpPr>
            <a:xfrm rot="-16219">
              <a:off x="60102" y="1613209"/>
              <a:ext cx="135654" cy="73182"/>
              <a:chOff x="0" y="0"/>
              <a:chExt cx="812800" cy="438483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43848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38483">
                    <a:moveTo>
                      <a:pt x="406400" y="0"/>
                    </a:moveTo>
                    <a:cubicBezTo>
                      <a:pt x="181951" y="0"/>
                      <a:pt x="0" y="98158"/>
                      <a:pt x="0" y="219241"/>
                    </a:cubicBezTo>
                    <a:cubicBezTo>
                      <a:pt x="0" y="340325"/>
                      <a:pt x="181951" y="438483"/>
                      <a:pt x="406400" y="438483"/>
                    </a:cubicBezTo>
                    <a:cubicBezTo>
                      <a:pt x="630849" y="438483"/>
                      <a:pt x="812800" y="340325"/>
                      <a:pt x="812800" y="219241"/>
                    </a:cubicBezTo>
                    <a:cubicBezTo>
                      <a:pt x="812800" y="98158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EFFFF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6200" y="3008"/>
                <a:ext cx="660400" cy="394367"/>
              </a:xfrm>
              <a:prstGeom prst="rect">
                <a:avLst/>
              </a:prstGeom>
            </p:spPr>
            <p:txBody>
              <a:bodyPr lIns="77222" tIns="77222" rIns="77222" bIns="77222" rtlCol="0" anchor="ctr"/>
              <a:lstStyle/>
              <a:p>
                <a:pPr algn="ctr">
                  <a:lnSpc>
                    <a:spcPts val="2141"/>
                  </a:lnSpc>
                </a:pPr>
                <a:endParaRPr/>
              </a:p>
            </p:txBody>
          </p:sp>
        </p:grpSp>
      </p:grpSp>
      <p:sp>
        <p:nvSpPr>
          <p:cNvPr id="23" name="TextBox 23"/>
          <p:cNvSpPr txBox="1"/>
          <p:nvPr/>
        </p:nvSpPr>
        <p:spPr>
          <a:xfrm>
            <a:off x="2991772" y="304435"/>
            <a:ext cx="12304455" cy="1019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en-US" sz="5999" b="1" u="none" strike="noStrike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La importancia de las pasantías 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44531" y="871207"/>
            <a:ext cx="2850982" cy="2850982"/>
            <a:chOff x="0" y="0"/>
            <a:chExt cx="6350000" cy="6350000"/>
          </a:xfrm>
        </p:grpSpPr>
        <p:sp>
          <p:nvSpPr>
            <p:cNvPr id="25" name="Freeform 25"/>
            <p:cNvSpPr/>
            <p:nvPr/>
          </p:nvSpPr>
          <p:spPr>
            <a:xfrm>
              <a:off x="541020" y="537210"/>
              <a:ext cx="5255260" cy="5255260"/>
            </a:xfrm>
            <a:custGeom>
              <a:avLst/>
              <a:gdLst/>
              <a:ahLst/>
              <a:cxnLst/>
              <a:rect l="l" t="t" r="r" b="b"/>
              <a:pathLst>
                <a:path w="5255260" h="5255260">
                  <a:moveTo>
                    <a:pt x="2627630" y="0"/>
                  </a:moveTo>
                  <a:cubicBezTo>
                    <a:pt x="1176430" y="0"/>
                    <a:pt x="0" y="1176430"/>
                    <a:pt x="0" y="2627630"/>
                  </a:cubicBezTo>
                  <a:cubicBezTo>
                    <a:pt x="0" y="4078830"/>
                    <a:pt x="1176430" y="5255260"/>
                    <a:pt x="2627630" y="5255260"/>
                  </a:cubicBezTo>
                  <a:cubicBezTo>
                    <a:pt x="4078830" y="5255260"/>
                    <a:pt x="5255260" y="4078830"/>
                    <a:pt x="5255260" y="2627630"/>
                  </a:cubicBezTo>
                  <a:cubicBezTo>
                    <a:pt x="5255260" y="1176430"/>
                    <a:pt x="4078830" y="0"/>
                    <a:pt x="2627630" y="0"/>
                  </a:cubicBezTo>
                  <a:close/>
                </a:path>
              </a:pathLst>
            </a:custGeom>
            <a:blipFill>
              <a:blip r:embed="rId6"/>
              <a:stretch>
                <a:fillRect l="-64223" r="-49110"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15441965" y="719966"/>
            <a:ext cx="2846035" cy="2846035"/>
            <a:chOff x="0" y="0"/>
            <a:chExt cx="6350000" cy="6350000"/>
          </a:xfrm>
        </p:grpSpPr>
        <p:sp>
          <p:nvSpPr>
            <p:cNvPr id="27" name="Freeform 27"/>
            <p:cNvSpPr/>
            <p:nvPr/>
          </p:nvSpPr>
          <p:spPr>
            <a:xfrm>
              <a:off x="541020" y="537210"/>
              <a:ext cx="5255260" cy="5255260"/>
            </a:xfrm>
            <a:custGeom>
              <a:avLst/>
              <a:gdLst/>
              <a:ahLst/>
              <a:cxnLst/>
              <a:rect l="l" t="t" r="r" b="b"/>
              <a:pathLst>
                <a:path w="5255260" h="5255260">
                  <a:moveTo>
                    <a:pt x="2627630" y="0"/>
                  </a:moveTo>
                  <a:cubicBezTo>
                    <a:pt x="1176430" y="0"/>
                    <a:pt x="0" y="1176430"/>
                    <a:pt x="0" y="2627630"/>
                  </a:cubicBezTo>
                  <a:cubicBezTo>
                    <a:pt x="0" y="4078830"/>
                    <a:pt x="1176430" y="5255260"/>
                    <a:pt x="2627630" y="5255260"/>
                  </a:cubicBezTo>
                  <a:cubicBezTo>
                    <a:pt x="4078830" y="5255260"/>
                    <a:pt x="5255260" y="4078830"/>
                    <a:pt x="5255260" y="2627630"/>
                  </a:cubicBezTo>
                  <a:cubicBezTo>
                    <a:pt x="5255260" y="1176430"/>
                    <a:pt x="4078830" y="0"/>
                    <a:pt x="2627630" y="0"/>
                  </a:cubicBezTo>
                  <a:close/>
                </a:path>
              </a:pathLst>
            </a:custGeom>
            <a:blipFill>
              <a:blip r:embed="rId7"/>
              <a:stretch>
                <a:fillRect l="-56666" r="-56666"/>
              </a:stretch>
            </a:blipFill>
          </p:spPr>
        </p:sp>
      </p:grpSp>
      <p:sp>
        <p:nvSpPr>
          <p:cNvPr id="28" name="TextBox 28"/>
          <p:cNvSpPr txBox="1"/>
          <p:nvPr/>
        </p:nvSpPr>
        <p:spPr>
          <a:xfrm>
            <a:off x="3506516" y="1706517"/>
            <a:ext cx="11274968" cy="1081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5"/>
              </a:lnSpc>
            </a:pPr>
            <a:r>
              <a:rPr lang="en-US" sz="2046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Las pasantías representan el puente fundamental entre lo que aprendo en la universidad y el mundo laboral real. En mi carrera de Desarrollo de Software, son especialmente valiosas porque me permiten: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2169904" y="3507500"/>
            <a:ext cx="6580132" cy="1037821"/>
            <a:chOff x="0" y="0"/>
            <a:chExt cx="1733039" cy="27333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733039" cy="273336"/>
            </a:xfrm>
            <a:custGeom>
              <a:avLst/>
              <a:gdLst/>
              <a:ahLst/>
              <a:cxnLst/>
              <a:rect l="l" t="t" r="r" b="b"/>
              <a:pathLst>
                <a:path w="1733039" h="273336">
                  <a:moveTo>
                    <a:pt x="17648" y="0"/>
                  </a:moveTo>
                  <a:lnTo>
                    <a:pt x="1715391" y="0"/>
                  </a:lnTo>
                  <a:cubicBezTo>
                    <a:pt x="1725138" y="0"/>
                    <a:pt x="1733039" y="7901"/>
                    <a:pt x="1733039" y="17648"/>
                  </a:cubicBezTo>
                  <a:lnTo>
                    <a:pt x="1733039" y="255687"/>
                  </a:lnTo>
                  <a:cubicBezTo>
                    <a:pt x="1733039" y="265434"/>
                    <a:pt x="1725138" y="273336"/>
                    <a:pt x="1715391" y="273336"/>
                  </a:cubicBezTo>
                  <a:lnTo>
                    <a:pt x="17648" y="273336"/>
                  </a:lnTo>
                  <a:cubicBezTo>
                    <a:pt x="7901" y="273336"/>
                    <a:pt x="0" y="265434"/>
                    <a:pt x="0" y="255687"/>
                  </a:cubicBezTo>
                  <a:lnTo>
                    <a:pt x="0" y="17648"/>
                  </a:lnTo>
                  <a:cubicBezTo>
                    <a:pt x="0" y="7901"/>
                    <a:pt x="7901" y="0"/>
                    <a:pt x="17648" y="0"/>
                  </a:cubicBezTo>
                  <a:close/>
                </a:path>
              </a:pathLst>
            </a:custGeom>
            <a:solidFill>
              <a:srgbClr val="386CB4"/>
            </a:solidFill>
            <a:ln w="19050" cap="sq">
              <a:solidFill>
                <a:srgbClr val="6AB7E4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1733039" cy="3209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6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2169904" y="4823301"/>
            <a:ext cx="6580132" cy="1037821"/>
            <a:chOff x="0" y="0"/>
            <a:chExt cx="1733039" cy="27333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733039" cy="273336"/>
            </a:xfrm>
            <a:custGeom>
              <a:avLst/>
              <a:gdLst/>
              <a:ahLst/>
              <a:cxnLst/>
              <a:rect l="l" t="t" r="r" b="b"/>
              <a:pathLst>
                <a:path w="1733039" h="273336">
                  <a:moveTo>
                    <a:pt x="17648" y="0"/>
                  </a:moveTo>
                  <a:lnTo>
                    <a:pt x="1715391" y="0"/>
                  </a:lnTo>
                  <a:cubicBezTo>
                    <a:pt x="1725138" y="0"/>
                    <a:pt x="1733039" y="7901"/>
                    <a:pt x="1733039" y="17648"/>
                  </a:cubicBezTo>
                  <a:lnTo>
                    <a:pt x="1733039" y="255687"/>
                  </a:lnTo>
                  <a:cubicBezTo>
                    <a:pt x="1733039" y="265434"/>
                    <a:pt x="1725138" y="273336"/>
                    <a:pt x="1715391" y="273336"/>
                  </a:cubicBezTo>
                  <a:lnTo>
                    <a:pt x="17648" y="273336"/>
                  </a:lnTo>
                  <a:cubicBezTo>
                    <a:pt x="7901" y="273336"/>
                    <a:pt x="0" y="265434"/>
                    <a:pt x="0" y="255687"/>
                  </a:cubicBezTo>
                  <a:lnTo>
                    <a:pt x="0" y="17648"/>
                  </a:lnTo>
                  <a:cubicBezTo>
                    <a:pt x="0" y="7901"/>
                    <a:pt x="7901" y="0"/>
                    <a:pt x="17648" y="0"/>
                  </a:cubicBezTo>
                  <a:close/>
                </a:path>
              </a:pathLst>
            </a:custGeom>
            <a:solidFill>
              <a:srgbClr val="386CB4"/>
            </a:solidFill>
            <a:ln w="19050" cap="sq">
              <a:solidFill>
                <a:srgbClr val="6AB7E4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1733039" cy="3209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6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169904" y="6139103"/>
            <a:ext cx="6580132" cy="1037821"/>
            <a:chOff x="0" y="0"/>
            <a:chExt cx="1733039" cy="27333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733039" cy="273336"/>
            </a:xfrm>
            <a:custGeom>
              <a:avLst/>
              <a:gdLst/>
              <a:ahLst/>
              <a:cxnLst/>
              <a:rect l="l" t="t" r="r" b="b"/>
              <a:pathLst>
                <a:path w="1733039" h="273336">
                  <a:moveTo>
                    <a:pt x="17648" y="0"/>
                  </a:moveTo>
                  <a:lnTo>
                    <a:pt x="1715391" y="0"/>
                  </a:lnTo>
                  <a:cubicBezTo>
                    <a:pt x="1725138" y="0"/>
                    <a:pt x="1733039" y="7901"/>
                    <a:pt x="1733039" y="17648"/>
                  </a:cubicBezTo>
                  <a:lnTo>
                    <a:pt x="1733039" y="255687"/>
                  </a:lnTo>
                  <a:cubicBezTo>
                    <a:pt x="1733039" y="265434"/>
                    <a:pt x="1725138" y="273336"/>
                    <a:pt x="1715391" y="273336"/>
                  </a:cubicBezTo>
                  <a:lnTo>
                    <a:pt x="17648" y="273336"/>
                  </a:lnTo>
                  <a:cubicBezTo>
                    <a:pt x="7901" y="273336"/>
                    <a:pt x="0" y="265434"/>
                    <a:pt x="0" y="255687"/>
                  </a:cubicBezTo>
                  <a:lnTo>
                    <a:pt x="0" y="17648"/>
                  </a:lnTo>
                  <a:cubicBezTo>
                    <a:pt x="0" y="7901"/>
                    <a:pt x="7901" y="0"/>
                    <a:pt x="17648" y="0"/>
                  </a:cubicBezTo>
                  <a:close/>
                </a:path>
              </a:pathLst>
            </a:custGeom>
            <a:solidFill>
              <a:srgbClr val="386CB4"/>
            </a:solidFill>
            <a:ln w="19050" cap="sq">
              <a:solidFill>
                <a:srgbClr val="6AB7E4"/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1733039" cy="3209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6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705928" y="3507500"/>
            <a:ext cx="6753227" cy="1037821"/>
            <a:chOff x="0" y="0"/>
            <a:chExt cx="1778628" cy="27333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778627" cy="273336"/>
            </a:xfrm>
            <a:custGeom>
              <a:avLst/>
              <a:gdLst/>
              <a:ahLst/>
              <a:cxnLst/>
              <a:rect l="l" t="t" r="r" b="b"/>
              <a:pathLst>
                <a:path w="1778627" h="273336">
                  <a:moveTo>
                    <a:pt x="17196" y="0"/>
                  </a:moveTo>
                  <a:lnTo>
                    <a:pt x="1761431" y="0"/>
                  </a:lnTo>
                  <a:cubicBezTo>
                    <a:pt x="1765992" y="0"/>
                    <a:pt x="1770366" y="1812"/>
                    <a:pt x="1773591" y="5037"/>
                  </a:cubicBezTo>
                  <a:cubicBezTo>
                    <a:pt x="1776816" y="8261"/>
                    <a:pt x="1778627" y="12635"/>
                    <a:pt x="1778627" y="17196"/>
                  </a:cubicBezTo>
                  <a:lnTo>
                    <a:pt x="1778627" y="256140"/>
                  </a:lnTo>
                  <a:cubicBezTo>
                    <a:pt x="1778627" y="260700"/>
                    <a:pt x="1776816" y="265074"/>
                    <a:pt x="1773591" y="268299"/>
                  </a:cubicBezTo>
                  <a:cubicBezTo>
                    <a:pt x="1770366" y="271524"/>
                    <a:pt x="1765992" y="273336"/>
                    <a:pt x="1761431" y="273336"/>
                  </a:cubicBezTo>
                  <a:lnTo>
                    <a:pt x="17196" y="273336"/>
                  </a:lnTo>
                  <a:cubicBezTo>
                    <a:pt x="12635" y="273336"/>
                    <a:pt x="8261" y="271524"/>
                    <a:pt x="5037" y="268299"/>
                  </a:cubicBezTo>
                  <a:cubicBezTo>
                    <a:pt x="1812" y="265074"/>
                    <a:pt x="0" y="260700"/>
                    <a:pt x="0" y="256140"/>
                  </a:cubicBezTo>
                  <a:lnTo>
                    <a:pt x="0" y="17196"/>
                  </a:lnTo>
                  <a:cubicBezTo>
                    <a:pt x="0" y="12635"/>
                    <a:pt x="1812" y="8261"/>
                    <a:pt x="5037" y="5037"/>
                  </a:cubicBezTo>
                  <a:cubicBezTo>
                    <a:pt x="8261" y="1812"/>
                    <a:pt x="12635" y="0"/>
                    <a:pt x="17196" y="0"/>
                  </a:cubicBezTo>
                  <a:close/>
                </a:path>
              </a:pathLst>
            </a:custGeom>
            <a:solidFill>
              <a:srgbClr val="386CB4"/>
            </a:solidFill>
            <a:ln w="19050" cap="sq">
              <a:solidFill>
                <a:srgbClr val="6AB7E4"/>
              </a:solidFill>
              <a:prstDash val="solid"/>
              <a:miter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0" y="-47625"/>
              <a:ext cx="1778628" cy="3209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6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705928" y="4823301"/>
            <a:ext cx="6580132" cy="1037821"/>
            <a:chOff x="0" y="0"/>
            <a:chExt cx="1733039" cy="27333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733039" cy="273336"/>
            </a:xfrm>
            <a:custGeom>
              <a:avLst/>
              <a:gdLst/>
              <a:ahLst/>
              <a:cxnLst/>
              <a:rect l="l" t="t" r="r" b="b"/>
              <a:pathLst>
                <a:path w="1733039" h="273336">
                  <a:moveTo>
                    <a:pt x="17648" y="0"/>
                  </a:moveTo>
                  <a:lnTo>
                    <a:pt x="1715391" y="0"/>
                  </a:lnTo>
                  <a:cubicBezTo>
                    <a:pt x="1725138" y="0"/>
                    <a:pt x="1733039" y="7901"/>
                    <a:pt x="1733039" y="17648"/>
                  </a:cubicBezTo>
                  <a:lnTo>
                    <a:pt x="1733039" y="255687"/>
                  </a:lnTo>
                  <a:cubicBezTo>
                    <a:pt x="1733039" y="265434"/>
                    <a:pt x="1725138" y="273336"/>
                    <a:pt x="1715391" y="273336"/>
                  </a:cubicBezTo>
                  <a:lnTo>
                    <a:pt x="17648" y="273336"/>
                  </a:lnTo>
                  <a:cubicBezTo>
                    <a:pt x="7901" y="273336"/>
                    <a:pt x="0" y="265434"/>
                    <a:pt x="0" y="255687"/>
                  </a:cubicBezTo>
                  <a:lnTo>
                    <a:pt x="0" y="17648"/>
                  </a:lnTo>
                  <a:cubicBezTo>
                    <a:pt x="0" y="7901"/>
                    <a:pt x="7901" y="0"/>
                    <a:pt x="17648" y="0"/>
                  </a:cubicBezTo>
                  <a:close/>
                </a:path>
              </a:pathLst>
            </a:custGeom>
            <a:solidFill>
              <a:srgbClr val="386CB4"/>
            </a:solidFill>
            <a:ln w="19050" cap="sq">
              <a:solidFill>
                <a:srgbClr val="6AB7E4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0" y="-47625"/>
              <a:ext cx="1733039" cy="3209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6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705928" y="6139103"/>
            <a:ext cx="6580132" cy="1037821"/>
            <a:chOff x="0" y="0"/>
            <a:chExt cx="1733039" cy="273336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733039" cy="273336"/>
            </a:xfrm>
            <a:custGeom>
              <a:avLst/>
              <a:gdLst/>
              <a:ahLst/>
              <a:cxnLst/>
              <a:rect l="l" t="t" r="r" b="b"/>
              <a:pathLst>
                <a:path w="1733039" h="273336">
                  <a:moveTo>
                    <a:pt x="17648" y="0"/>
                  </a:moveTo>
                  <a:lnTo>
                    <a:pt x="1715391" y="0"/>
                  </a:lnTo>
                  <a:cubicBezTo>
                    <a:pt x="1725138" y="0"/>
                    <a:pt x="1733039" y="7901"/>
                    <a:pt x="1733039" y="17648"/>
                  </a:cubicBezTo>
                  <a:lnTo>
                    <a:pt x="1733039" y="255687"/>
                  </a:lnTo>
                  <a:cubicBezTo>
                    <a:pt x="1733039" y="265434"/>
                    <a:pt x="1725138" y="273336"/>
                    <a:pt x="1715391" y="273336"/>
                  </a:cubicBezTo>
                  <a:lnTo>
                    <a:pt x="17648" y="273336"/>
                  </a:lnTo>
                  <a:cubicBezTo>
                    <a:pt x="7901" y="273336"/>
                    <a:pt x="0" y="265434"/>
                    <a:pt x="0" y="255687"/>
                  </a:cubicBezTo>
                  <a:lnTo>
                    <a:pt x="0" y="17648"/>
                  </a:lnTo>
                  <a:cubicBezTo>
                    <a:pt x="0" y="7901"/>
                    <a:pt x="7901" y="0"/>
                    <a:pt x="17648" y="0"/>
                  </a:cubicBezTo>
                  <a:close/>
                </a:path>
              </a:pathLst>
            </a:custGeom>
            <a:solidFill>
              <a:srgbClr val="386CB4"/>
            </a:solidFill>
            <a:ln w="19050" cap="sq">
              <a:solidFill>
                <a:srgbClr val="6AB7E4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0" y="-47625"/>
              <a:ext cx="1733039" cy="3209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6"/>
                </a:lnSpc>
              </a:pPr>
              <a:endParaRPr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2296698" y="3624521"/>
            <a:ext cx="6326544" cy="746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Ganar experiencia práctica aplicando conocimientos teóricos en proyectos reales.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296698" y="4940323"/>
            <a:ext cx="6326544" cy="746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Mantenerme actualizado con las herramientas y metodologías que usa la industria.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296698" y="6232598"/>
            <a:ext cx="6326544" cy="746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Construir una red de contactos profesionales dentro del sector tecnológico.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705928" y="3486670"/>
            <a:ext cx="6580132" cy="1006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</a:pPr>
            <a:r>
              <a:rPr lang="en-US" sz="1898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Tener una ventaja competitiva al graduarme, ya que los que tienen experiencia en pasantías suelen encontrar empleo más rápido.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705928" y="4939445"/>
            <a:ext cx="6326544" cy="746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Clarificar mi vocación, ayudándome a decidir en qué especializarme.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705928" y="6080198"/>
            <a:ext cx="6326544" cy="1077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6"/>
              </a:lnSpc>
            </a:pPr>
            <a:r>
              <a:rPr lang="en-US" sz="2019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Desarrollar habilidades blandas, como trabajo en equipo, comunicación efectiva y resolución de problemas.</a:t>
            </a:r>
          </a:p>
        </p:txBody>
      </p:sp>
      <p:sp>
        <p:nvSpPr>
          <p:cNvPr id="53" name="Freeform 53">
            <a:hlinkClick r:id="rId8" action="ppaction://hlinksldjump"/>
          </p:cNvPr>
          <p:cNvSpPr/>
          <p:nvPr/>
        </p:nvSpPr>
        <p:spPr>
          <a:xfrm flipH="1">
            <a:off x="355009" y="168428"/>
            <a:ext cx="2107216" cy="924541"/>
          </a:xfrm>
          <a:custGeom>
            <a:avLst/>
            <a:gdLst/>
            <a:ahLst/>
            <a:cxnLst/>
            <a:rect l="l" t="t" r="r" b="b"/>
            <a:pathLst>
              <a:path w="2107216" h="924541">
                <a:moveTo>
                  <a:pt x="2107216" y="0"/>
                </a:moveTo>
                <a:lnTo>
                  <a:pt x="0" y="0"/>
                </a:lnTo>
                <a:lnTo>
                  <a:pt x="0" y="924542"/>
                </a:lnTo>
                <a:lnTo>
                  <a:pt x="2107216" y="924542"/>
                </a:lnTo>
                <a:lnTo>
                  <a:pt x="2107216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76173">
            <a:off x="-458188" y="7910884"/>
            <a:ext cx="18750609" cy="4299888"/>
          </a:xfrm>
          <a:custGeom>
            <a:avLst/>
            <a:gdLst/>
            <a:ahLst/>
            <a:cxnLst/>
            <a:rect l="l" t="t" r="r" b="b"/>
            <a:pathLst>
              <a:path w="18750609" h="4299888">
                <a:moveTo>
                  <a:pt x="0" y="0"/>
                </a:moveTo>
                <a:lnTo>
                  <a:pt x="18750609" y="0"/>
                </a:lnTo>
                <a:lnTo>
                  <a:pt x="18750609" y="4299888"/>
                </a:lnTo>
                <a:lnTo>
                  <a:pt x="0" y="42998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2000" r="-96827" b="-1203106"/>
            </a:stretch>
          </a:blipFill>
        </p:spPr>
      </p:sp>
      <p:sp>
        <p:nvSpPr>
          <p:cNvPr id="4" name="Freeform 4"/>
          <p:cNvSpPr/>
          <p:nvPr/>
        </p:nvSpPr>
        <p:spPr>
          <a:xfrm rot="29985">
            <a:off x="1025582" y="9466402"/>
            <a:ext cx="3729534" cy="843807"/>
          </a:xfrm>
          <a:custGeom>
            <a:avLst/>
            <a:gdLst/>
            <a:ahLst/>
            <a:cxnLst/>
            <a:rect l="l" t="t" r="r" b="b"/>
            <a:pathLst>
              <a:path w="3729534" h="843807">
                <a:moveTo>
                  <a:pt x="0" y="0"/>
                </a:moveTo>
                <a:lnTo>
                  <a:pt x="3729534" y="0"/>
                </a:lnTo>
                <a:lnTo>
                  <a:pt x="3729534" y="843807"/>
                </a:lnTo>
                <a:lnTo>
                  <a:pt x="0" y="8438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785528" flipH="1">
            <a:off x="5031825" y="8328473"/>
            <a:ext cx="1641997" cy="371502"/>
          </a:xfrm>
          <a:custGeom>
            <a:avLst/>
            <a:gdLst/>
            <a:ahLst/>
            <a:cxnLst/>
            <a:rect l="l" t="t" r="r" b="b"/>
            <a:pathLst>
              <a:path w="1641997" h="371502">
                <a:moveTo>
                  <a:pt x="1641997" y="0"/>
                </a:moveTo>
                <a:lnTo>
                  <a:pt x="0" y="0"/>
                </a:lnTo>
                <a:lnTo>
                  <a:pt x="0" y="371502"/>
                </a:lnTo>
                <a:lnTo>
                  <a:pt x="1641997" y="371502"/>
                </a:lnTo>
                <a:lnTo>
                  <a:pt x="1641997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51607" flipH="1">
            <a:off x="8399008" y="9137333"/>
            <a:ext cx="1716079" cy="388263"/>
          </a:xfrm>
          <a:custGeom>
            <a:avLst/>
            <a:gdLst/>
            <a:ahLst/>
            <a:cxnLst/>
            <a:rect l="l" t="t" r="r" b="b"/>
            <a:pathLst>
              <a:path w="1716079" h="388263">
                <a:moveTo>
                  <a:pt x="1716079" y="0"/>
                </a:moveTo>
                <a:lnTo>
                  <a:pt x="0" y="0"/>
                </a:lnTo>
                <a:lnTo>
                  <a:pt x="0" y="388263"/>
                </a:lnTo>
                <a:lnTo>
                  <a:pt x="1716079" y="388263"/>
                </a:lnTo>
                <a:lnTo>
                  <a:pt x="1716079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35003">
            <a:off x="14551606" y="8515482"/>
            <a:ext cx="1980881" cy="448174"/>
          </a:xfrm>
          <a:custGeom>
            <a:avLst/>
            <a:gdLst/>
            <a:ahLst/>
            <a:cxnLst/>
            <a:rect l="l" t="t" r="r" b="b"/>
            <a:pathLst>
              <a:path w="1980881" h="448174">
                <a:moveTo>
                  <a:pt x="0" y="0"/>
                </a:moveTo>
                <a:lnTo>
                  <a:pt x="1980881" y="0"/>
                </a:lnTo>
                <a:lnTo>
                  <a:pt x="1980881" y="448175"/>
                </a:lnTo>
                <a:lnTo>
                  <a:pt x="0" y="4481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29985" flipH="1" flipV="1">
            <a:off x="9906334" y="9962439"/>
            <a:ext cx="3409294" cy="771353"/>
          </a:xfrm>
          <a:custGeom>
            <a:avLst/>
            <a:gdLst/>
            <a:ahLst/>
            <a:cxnLst/>
            <a:rect l="l" t="t" r="r" b="b"/>
            <a:pathLst>
              <a:path w="3409294" h="771353">
                <a:moveTo>
                  <a:pt x="3409294" y="771353"/>
                </a:moveTo>
                <a:lnTo>
                  <a:pt x="0" y="771353"/>
                </a:lnTo>
                <a:lnTo>
                  <a:pt x="0" y="0"/>
                </a:lnTo>
                <a:lnTo>
                  <a:pt x="3409294" y="0"/>
                </a:lnTo>
                <a:lnTo>
                  <a:pt x="3409294" y="771353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4582254">
            <a:off x="372951" y="8229810"/>
            <a:ext cx="1839358" cy="3085769"/>
          </a:xfrm>
          <a:custGeom>
            <a:avLst/>
            <a:gdLst/>
            <a:ahLst/>
            <a:cxnLst/>
            <a:rect l="l" t="t" r="r" b="b"/>
            <a:pathLst>
              <a:path w="1839358" h="3085769">
                <a:moveTo>
                  <a:pt x="0" y="0"/>
                </a:moveTo>
                <a:lnTo>
                  <a:pt x="1839358" y="0"/>
                </a:lnTo>
                <a:lnTo>
                  <a:pt x="1839358" y="3085769"/>
                </a:lnTo>
                <a:lnTo>
                  <a:pt x="0" y="3085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2913" t="-32250" r="-456244" b="-86436"/>
            </a:stretch>
          </a:blipFill>
        </p:spPr>
      </p:sp>
      <p:sp>
        <p:nvSpPr>
          <p:cNvPr id="10" name="Freeform 10"/>
          <p:cNvSpPr/>
          <p:nvPr/>
        </p:nvSpPr>
        <p:spPr>
          <a:xfrm rot="-3352254">
            <a:off x="6726302" y="7056772"/>
            <a:ext cx="1839358" cy="3085769"/>
          </a:xfrm>
          <a:custGeom>
            <a:avLst/>
            <a:gdLst/>
            <a:ahLst/>
            <a:cxnLst/>
            <a:rect l="l" t="t" r="r" b="b"/>
            <a:pathLst>
              <a:path w="1839358" h="3085769">
                <a:moveTo>
                  <a:pt x="0" y="0"/>
                </a:moveTo>
                <a:lnTo>
                  <a:pt x="1839358" y="0"/>
                </a:lnTo>
                <a:lnTo>
                  <a:pt x="1839358" y="3085769"/>
                </a:lnTo>
                <a:lnTo>
                  <a:pt x="0" y="3085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2913" t="-32250" r="-456244" b="-86436"/>
            </a:stretch>
          </a:blipFill>
        </p:spPr>
      </p:sp>
      <p:sp>
        <p:nvSpPr>
          <p:cNvPr id="11" name="Freeform 11"/>
          <p:cNvSpPr/>
          <p:nvPr/>
        </p:nvSpPr>
        <p:spPr>
          <a:xfrm rot="-5737372">
            <a:off x="12940452" y="7558769"/>
            <a:ext cx="1849320" cy="3188012"/>
          </a:xfrm>
          <a:custGeom>
            <a:avLst/>
            <a:gdLst/>
            <a:ahLst/>
            <a:cxnLst/>
            <a:rect l="l" t="t" r="r" b="b"/>
            <a:pathLst>
              <a:path w="1849320" h="3188012">
                <a:moveTo>
                  <a:pt x="0" y="0"/>
                </a:moveTo>
                <a:lnTo>
                  <a:pt x="1849320" y="0"/>
                </a:lnTo>
                <a:lnTo>
                  <a:pt x="1849320" y="3188012"/>
                </a:lnTo>
                <a:lnTo>
                  <a:pt x="0" y="31880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3674" t="-30318" r="-458140" b="-83092"/>
            </a:stretch>
          </a:blipFill>
        </p:spPr>
      </p:sp>
      <p:sp>
        <p:nvSpPr>
          <p:cNvPr id="12" name="Freeform 12"/>
          <p:cNvSpPr/>
          <p:nvPr/>
        </p:nvSpPr>
        <p:spPr>
          <a:xfrm rot="-3050727">
            <a:off x="9994070" y="7909337"/>
            <a:ext cx="1837874" cy="3120681"/>
          </a:xfrm>
          <a:custGeom>
            <a:avLst/>
            <a:gdLst/>
            <a:ahLst/>
            <a:cxnLst/>
            <a:rect l="l" t="t" r="r" b="b"/>
            <a:pathLst>
              <a:path w="1837874" h="3120681">
                <a:moveTo>
                  <a:pt x="0" y="0"/>
                </a:moveTo>
                <a:lnTo>
                  <a:pt x="1837874" y="0"/>
                </a:lnTo>
                <a:lnTo>
                  <a:pt x="1837874" y="3120681"/>
                </a:lnTo>
                <a:lnTo>
                  <a:pt x="0" y="31206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0593" t="-30962" r="-453963" b="-84068"/>
            </a:stretch>
          </a:blipFill>
        </p:spPr>
      </p:sp>
      <p:sp>
        <p:nvSpPr>
          <p:cNvPr id="13" name="Freeform 13"/>
          <p:cNvSpPr/>
          <p:nvPr/>
        </p:nvSpPr>
        <p:spPr>
          <a:xfrm rot="-5541612">
            <a:off x="3401708" y="7292614"/>
            <a:ext cx="1854445" cy="3111079"/>
          </a:xfrm>
          <a:custGeom>
            <a:avLst/>
            <a:gdLst/>
            <a:ahLst/>
            <a:cxnLst/>
            <a:rect l="l" t="t" r="r" b="b"/>
            <a:pathLst>
              <a:path w="1854445" h="3111079">
                <a:moveTo>
                  <a:pt x="0" y="0"/>
                </a:moveTo>
                <a:lnTo>
                  <a:pt x="1854445" y="0"/>
                </a:lnTo>
                <a:lnTo>
                  <a:pt x="1854445" y="3111079"/>
                </a:lnTo>
                <a:lnTo>
                  <a:pt x="0" y="31110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2913" t="-32250" r="-456244" b="-86436"/>
            </a:stretch>
          </a:blipFill>
        </p:spPr>
      </p:sp>
      <p:sp>
        <p:nvSpPr>
          <p:cNvPr id="14" name="Freeform 14"/>
          <p:cNvSpPr/>
          <p:nvPr/>
        </p:nvSpPr>
        <p:spPr>
          <a:xfrm rot="-3162241">
            <a:off x="16184151" y="7459485"/>
            <a:ext cx="1839358" cy="3085769"/>
          </a:xfrm>
          <a:custGeom>
            <a:avLst/>
            <a:gdLst/>
            <a:ahLst/>
            <a:cxnLst/>
            <a:rect l="l" t="t" r="r" b="b"/>
            <a:pathLst>
              <a:path w="1839358" h="3085769">
                <a:moveTo>
                  <a:pt x="0" y="0"/>
                </a:moveTo>
                <a:lnTo>
                  <a:pt x="1839358" y="0"/>
                </a:lnTo>
                <a:lnTo>
                  <a:pt x="1839358" y="3085769"/>
                </a:lnTo>
                <a:lnTo>
                  <a:pt x="0" y="3085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2913" t="-32250" r="-456244" b="-86436"/>
            </a:stretch>
          </a:blipFill>
        </p:spPr>
      </p:sp>
      <p:sp>
        <p:nvSpPr>
          <p:cNvPr id="15" name="AutoShape 15"/>
          <p:cNvSpPr/>
          <p:nvPr/>
        </p:nvSpPr>
        <p:spPr>
          <a:xfrm flipH="1" flipV="1">
            <a:off x="5874366" y="7418535"/>
            <a:ext cx="4963" cy="1052002"/>
          </a:xfrm>
          <a:prstGeom prst="line">
            <a:avLst/>
          </a:prstGeom>
          <a:ln w="19050" cap="flat">
            <a:solidFill>
              <a:srgbClr val="1E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6" name="Group 16"/>
          <p:cNvGrpSpPr/>
          <p:nvPr/>
        </p:nvGrpSpPr>
        <p:grpSpPr>
          <a:xfrm rot="-16219">
            <a:off x="5825977" y="8443094"/>
            <a:ext cx="101741" cy="54886"/>
            <a:chOff x="0" y="0"/>
            <a:chExt cx="812800" cy="43848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438483"/>
            </a:xfrm>
            <a:custGeom>
              <a:avLst/>
              <a:gdLst/>
              <a:ahLst/>
              <a:cxnLst/>
              <a:rect l="l" t="t" r="r" b="b"/>
              <a:pathLst>
                <a:path w="812800" h="438483">
                  <a:moveTo>
                    <a:pt x="406400" y="0"/>
                  </a:moveTo>
                  <a:cubicBezTo>
                    <a:pt x="181951" y="0"/>
                    <a:pt x="0" y="98158"/>
                    <a:pt x="0" y="219241"/>
                  </a:cubicBezTo>
                  <a:cubicBezTo>
                    <a:pt x="0" y="340325"/>
                    <a:pt x="181951" y="438483"/>
                    <a:pt x="406400" y="438483"/>
                  </a:cubicBezTo>
                  <a:cubicBezTo>
                    <a:pt x="630849" y="438483"/>
                    <a:pt x="812800" y="340325"/>
                    <a:pt x="812800" y="219241"/>
                  </a:cubicBezTo>
                  <a:cubicBezTo>
                    <a:pt x="812800" y="98158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EFFF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3008"/>
              <a:ext cx="660400" cy="394367"/>
            </a:xfrm>
            <a:prstGeom prst="rect">
              <a:avLst/>
            </a:prstGeom>
          </p:spPr>
          <p:txBody>
            <a:bodyPr lIns="48981" tIns="48981" rIns="48981" bIns="48981" rtlCol="0" anchor="ctr"/>
            <a:lstStyle/>
            <a:p>
              <a:pPr algn="ctr">
                <a:lnSpc>
                  <a:spcPts val="2141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 rot="-7322834">
            <a:off x="5786960" y="7248163"/>
            <a:ext cx="179776" cy="179776"/>
          </a:xfrm>
          <a:custGeom>
            <a:avLst/>
            <a:gdLst/>
            <a:ahLst/>
            <a:cxnLst/>
            <a:rect l="l" t="t" r="r" b="b"/>
            <a:pathLst>
              <a:path w="179776" h="179776">
                <a:moveTo>
                  <a:pt x="0" y="0"/>
                </a:moveTo>
                <a:lnTo>
                  <a:pt x="179776" y="0"/>
                </a:lnTo>
                <a:lnTo>
                  <a:pt x="179776" y="179776"/>
                </a:lnTo>
                <a:lnTo>
                  <a:pt x="0" y="1797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986115" y="304435"/>
            <a:ext cx="13597618" cy="1019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en-US" sz="5999" b="1" u="none" strike="noStrike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Retos que enfrentaré en las pasantías 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028700" y="3701440"/>
            <a:ext cx="4676095" cy="1037821"/>
            <a:chOff x="0" y="0"/>
            <a:chExt cx="1231564" cy="27333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31564" cy="273336"/>
            </a:xfrm>
            <a:custGeom>
              <a:avLst/>
              <a:gdLst/>
              <a:ahLst/>
              <a:cxnLst/>
              <a:rect l="l" t="t" r="r" b="b"/>
              <a:pathLst>
                <a:path w="1231564" h="273336">
                  <a:moveTo>
                    <a:pt x="24835" y="0"/>
                  </a:moveTo>
                  <a:lnTo>
                    <a:pt x="1206730" y="0"/>
                  </a:lnTo>
                  <a:cubicBezTo>
                    <a:pt x="1213316" y="0"/>
                    <a:pt x="1219633" y="2616"/>
                    <a:pt x="1224290" y="7274"/>
                  </a:cubicBezTo>
                  <a:cubicBezTo>
                    <a:pt x="1228948" y="11931"/>
                    <a:pt x="1231564" y="18248"/>
                    <a:pt x="1231564" y="24835"/>
                  </a:cubicBezTo>
                  <a:lnTo>
                    <a:pt x="1231564" y="248501"/>
                  </a:lnTo>
                  <a:cubicBezTo>
                    <a:pt x="1231564" y="255088"/>
                    <a:pt x="1228948" y="261404"/>
                    <a:pt x="1224290" y="266062"/>
                  </a:cubicBezTo>
                  <a:cubicBezTo>
                    <a:pt x="1219633" y="270719"/>
                    <a:pt x="1213316" y="273336"/>
                    <a:pt x="1206730" y="273336"/>
                  </a:cubicBezTo>
                  <a:lnTo>
                    <a:pt x="24835" y="273336"/>
                  </a:lnTo>
                  <a:cubicBezTo>
                    <a:pt x="11119" y="273336"/>
                    <a:pt x="0" y="262217"/>
                    <a:pt x="0" y="248501"/>
                  </a:cubicBezTo>
                  <a:lnTo>
                    <a:pt x="0" y="24835"/>
                  </a:lnTo>
                  <a:cubicBezTo>
                    <a:pt x="0" y="18248"/>
                    <a:pt x="2616" y="11931"/>
                    <a:pt x="7274" y="7274"/>
                  </a:cubicBezTo>
                  <a:cubicBezTo>
                    <a:pt x="11931" y="2616"/>
                    <a:pt x="18248" y="0"/>
                    <a:pt x="24835" y="0"/>
                  </a:cubicBezTo>
                  <a:close/>
                </a:path>
              </a:pathLst>
            </a:custGeom>
            <a:solidFill>
              <a:srgbClr val="386CB4"/>
            </a:solidFill>
            <a:ln w="19050" cap="sq">
              <a:solidFill>
                <a:srgbClr val="6AB7E4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1231564" cy="3209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6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28700" y="5017242"/>
            <a:ext cx="4676095" cy="1037821"/>
            <a:chOff x="0" y="0"/>
            <a:chExt cx="1231564" cy="27333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31564" cy="273336"/>
            </a:xfrm>
            <a:custGeom>
              <a:avLst/>
              <a:gdLst/>
              <a:ahLst/>
              <a:cxnLst/>
              <a:rect l="l" t="t" r="r" b="b"/>
              <a:pathLst>
                <a:path w="1231564" h="273336">
                  <a:moveTo>
                    <a:pt x="24835" y="0"/>
                  </a:moveTo>
                  <a:lnTo>
                    <a:pt x="1206730" y="0"/>
                  </a:lnTo>
                  <a:cubicBezTo>
                    <a:pt x="1213316" y="0"/>
                    <a:pt x="1219633" y="2616"/>
                    <a:pt x="1224290" y="7274"/>
                  </a:cubicBezTo>
                  <a:cubicBezTo>
                    <a:pt x="1228948" y="11931"/>
                    <a:pt x="1231564" y="18248"/>
                    <a:pt x="1231564" y="24835"/>
                  </a:cubicBezTo>
                  <a:lnTo>
                    <a:pt x="1231564" y="248501"/>
                  </a:lnTo>
                  <a:cubicBezTo>
                    <a:pt x="1231564" y="255088"/>
                    <a:pt x="1228948" y="261404"/>
                    <a:pt x="1224290" y="266062"/>
                  </a:cubicBezTo>
                  <a:cubicBezTo>
                    <a:pt x="1219633" y="270719"/>
                    <a:pt x="1213316" y="273336"/>
                    <a:pt x="1206730" y="273336"/>
                  </a:cubicBezTo>
                  <a:lnTo>
                    <a:pt x="24835" y="273336"/>
                  </a:lnTo>
                  <a:cubicBezTo>
                    <a:pt x="11119" y="273336"/>
                    <a:pt x="0" y="262217"/>
                    <a:pt x="0" y="248501"/>
                  </a:cubicBezTo>
                  <a:lnTo>
                    <a:pt x="0" y="24835"/>
                  </a:lnTo>
                  <a:cubicBezTo>
                    <a:pt x="0" y="18248"/>
                    <a:pt x="2616" y="11931"/>
                    <a:pt x="7274" y="7274"/>
                  </a:cubicBezTo>
                  <a:cubicBezTo>
                    <a:pt x="11931" y="2616"/>
                    <a:pt x="18248" y="0"/>
                    <a:pt x="24835" y="0"/>
                  </a:cubicBezTo>
                  <a:close/>
                </a:path>
              </a:pathLst>
            </a:custGeom>
            <a:solidFill>
              <a:srgbClr val="386CB4"/>
            </a:solidFill>
            <a:ln w="19050" cap="sq">
              <a:solidFill>
                <a:srgbClr val="6AB7E4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1231564" cy="3209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6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28700" y="6333044"/>
            <a:ext cx="4676095" cy="1037821"/>
            <a:chOff x="0" y="0"/>
            <a:chExt cx="1231564" cy="27333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31564" cy="273336"/>
            </a:xfrm>
            <a:custGeom>
              <a:avLst/>
              <a:gdLst/>
              <a:ahLst/>
              <a:cxnLst/>
              <a:rect l="l" t="t" r="r" b="b"/>
              <a:pathLst>
                <a:path w="1231564" h="273336">
                  <a:moveTo>
                    <a:pt x="24835" y="0"/>
                  </a:moveTo>
                  <a:lnTo>
                    <a:pt x="1206730" y="0"/>
                  </a:lnTo>
                  <a:cubicBezTo>
                    <a:pt x="1213316" y="0"/>
                    <a:pt x="1219633" y="2616"/>
                    <a:pt x="1224290" y="7274"/>
                  </a:cubicBezTo>
                  <a:cubicBezTo>
                    <a:pt x="1228948" y="11931"/>
                    <a:pt x="1231564" y="18248"/>
                    <a:pt x="1231564" y="24835"/>
                  </a:cubicBezTo>
                  <a:lnTo>
                    <a:pt x="1231564" y="248501"/>
                  </a:lnTo>
                  <a:cubicBezTo>
                    <a:pt x="1231564" y="255088"/>
                    <a:pt x="1228948" y="261404"/>
                    <a:pt x="1224290" y="266062"/>
                  </a:cubicBezTo>
                  <a:cubicBezTo>
                    <a:pt x="1219633" y="270719"/>
                    <a:pt x="1213316" y="273336"/>
                    <a:pt x="1206730" y="273336"/>
                  </a:cubicBezTo>
                  <a:lnTo>
                    <a:pt x="24835" y="273336"/>
                  </a:lnTo>
                  <a:cubicBezTo>
                    <a:pt x="11119" y="273336"/>
                    <a:pt x="0" y="262217"/>
                    <a:pt x="0" y="248501"/>
                  </a:cubicBezTo>
                  <a:lnTo>
                    <a:pt x="0" y="24835"/>
                  </a:lnTo>
                  <a:cubicBezTo>
                    <a:pt x="0" y="18248"/>
                    <a:pt x="2616" y="11931"/>
                    <a:pt x="7274" y="7274"/>
                  </a:cubicBezTo>
                  <a:cubicBezTo>
                    <a:pt x="11931" y="2616"/>
                    <a:pt x="18248" y="0"/>
                    <a:pt x="24835" y="0"/>
                  </a:cubicBezTo>
                  <a:close/>
                </a:path>
              </a:pathLst>
            </a:custGeom>
            <a:solidFill>
              <a:srgbClr val="386CB4"/>
            </a:solidFill>
            <a:ln w="19050" cap="sq">
              <a:solidFill>
                <a:srgbClr val="6AB7E4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1231564" cy="3209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6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425161" y="3701440"/>
            <a:ext cx="4676095" cy="1037821"/>
            <a:chOff x="0" y="0"/>
            <a:chExt cx="1231564" cy="27333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231564" cy="273336"/>
            </a:xfrm>
            <a:custGeom>
              <a:avLst/>
              <a:gdLst/>
              <a:ahLst/>
              <a:cxnLst/>
              <a:rect l="l" t="t" r="r" b="b"/>
              <a:pathLst>
                <a:path w="1231564" h="273336">
                  <a:moveTo>
                    <a:pt x="24835" y="0"/>
                  </a:moveTo>
                  <a:lnTo>
                    <a:pt x="1206730" y="0"/>
                  </a:lnTo>
                  <a:cubicBezTo>
                    <a:pt x="1213316" y="0"/>
                    <a:pt x="1219633" y="2616"/>
                    <a:pt x="1224290" y="7274"/>
                  </a:cubicBezTo>
                  <a:cubicBezTo>
                    <a:pt x="1228948" y="11931"/>
                    <a:pt x="1231564" y="18248"/>
                    <a:pt x="1231564" y="24835"/>
                  </a:cubicBezTo>
                  <a:lnTo>
                    <a:pt x="1231564" y="248501"/>
                  </a:lnTo>
                  <a:cubicBezTo>
                    <a:pt x="1231564" y="255088"/>
                    <a:pt x="1228948" y="261404"/>
                    <a:pt x="1224290" y="266062"/>
                  </a:cubicBezTo>
                  <a:cubicBezTo>
                    <a:pt x="1219633" y="270719"/>
                    <a:pt x="1213316" y="273336"/>
                    <a:pt x="1206730" y="273336"/>
                  </a:cubicBezTo>
                  <a:lnTo>
                    <a:pt x="24835" y="273336"/>
                  </a:lnTo>
                  <a:cubicBezTo>
                    <a:pt x="11119" y="273336"/>
                    <a:pt x="0" y="262217"/>
                    <a:pt x="0" y="248501"/>
                  </a:cubicBezTo>
                  <a:lnTo>
                    <a:pt x="0" y="24835"/>
                  </a:lnTo>
                  <a:cubicBezTo>
                    <a:pt x="0" y="18248"/>
                    <a:pt x="2616" y="11931"/>
                    <a:pt x="7274" y="7274"/>
                  </a:cubicBezTo>
                  <a:cubicBezTo>
                    <a:pt x="11931" y="2616"/>
                    <a:pt x="18248" y="0"/>
                    <a:pt x="24835" y="0"/>
                  </a:cubicBezTo>
                  <a:close/>
                </a:path>
              </a:pathLst>
            </a:custGeom>
            <a:solidFill>
              <a:srgbClr val="386CB4"/>
            </a:solidFill>
            <a:ln w="19050" cap="sq">
              <a:solidFill>
                <a:srgbClr val="6AB7E4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1231564" cy="3209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6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425161" y="5017242"/>
            <a:ext cx="4676095" cy="1037821"/>
            <a:chOff x="0" y="0"/>
            <a:chExt cx="1231564" cy="27333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231564" cy="273336"/>
            </a:xfrm>
            <a:custGeom>
              <a:avLst/>
              <a:gdLst/>
              <a:ahLst/>
              <a:cxnLst/>
              <a:rect l="l" t="t" r="r" b="b"/>
              <a:pathLst>
                <a:path w="1231564" h="273336">
                  <a:moveTo>
                    <a:pt x="24835" y="0"/>
                  </a:moveTo>
                  <a:lnTo>
                    <a:pt x="1206730" y="0"/>
                  </a:lnTo>
                  <a:cubicBezTo>
                    <a:pt x="1213316" y="0"/>
                    <a:pt x="1219633" y="2616"/>
                    <a:pt x="1224290" y="7274"/>
                  </a:cubicBezTo>
                  <a:cubicBezTo>
                    <a:pt x="1228948" y="11931"/>
                    <a:pt x="1231564" y="18248"/>
                    <a:pt x="1231564" y="24835"/>
                  </a:cubicBezTo>
                  <a:lnTo>
                    <a:pt x="1231564" y="248501"/>
                  </a:lnTo>
                  <a:cubicBezTo>
                    <a:pt x="1231564" y="255088"/>
                    <a:pt x="1228948" y="261404"/>
                    <a:pt x="1224290" y="266062"/>
                  </a:cubicBezTo>
                  <a:cubicBezTo>
                    <a:pt x="1219633" y="270719"/>
                    <a:pt x="1213316" y="273336"/>
                    <a:pt x="1206730" y="273336"/>
                  </a:cubicBezTo>
                  <a:lnTo>
                    <a:pt x="24835" y="273336"/>
                  </a:lnTo>
                  <a:cubicBezTo>
                    <a:pt x="11119" y="273336"/>
                    <a:pt x="0" y="262217"/>
                    <a:pt x="0" y="248501"/>
                  </a:cubicBezTo>
                  <a:lnTo>
                    <a:pt x="0" y="24835"/>
                  </a:lnTo>
                  <a:cubicBezTo>
                    <a:pt x="0" y="18248"/>
                    <a:pt x="2616" y="11931"/>
                    <a:pt x="7274" y="7274"/>
                  </a:cubicBezTo>
                  <a:cubicBezTo>
                    <a:pt x="11931" y="2616"/>
                    <a:pt x="18248" y="0"/>
                    <a:pt x="24835" y="0"/>
                  </a:cubicBezTo>
                  <a:close/>
                </a:path>
              </a:pathLst>
            </a:custGeom>
            <a:solidFill>
              <a:srgbClr val="386CB4"/>
            </a:solidFill>
            <a:ln w="19050" cap="sq">
              <a:solidFill>
                <a:srgbClr val="6AB7E4"/>
              </a:solidFill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47625"/>
              <a:ext cx="1231564" cy="3209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6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425161" y="6333044"/>
            <a:ext cx="4676095" cy="1037821"/>
            <a:chOff x="0" y="0"/>
            <a:chExt cx="1231564" cy="27333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231564" cy="273336"/>
            </a:xfrm>
            <a:custGeom>
              <a:avLst/>
              <a:gdLst/>
              <a:ahLst/>
              <a:cxnLst/>
              <a:rect l="l" t="t" r="r" b="b"/>
              <a:pathLst>
                <a:path w="1231564" h="273336">
                  <a:moveTo>
                    <a:pt x="24835" y="0"/>
                  </a:moveTo>
                  <a:lnTo>
                    <a:pt x="1206730" y="0"/>
                  </a:lnTo>
                  <a:cubicBezTo>
                    <a:pt x="1213316" y="0"/>
                    <a:pt x="1219633" y="2616"/>
                    <a:pt x="1224290" y="7274"/>
                  </a:cubicBezTo>
                  <a:cubicBezTo>
                    <a:pt x="1228948" y="11931"/>
                    <a:pt x="1231564" y="18248"/>
                    <a:pt x="1231564" y="24835"/>
                  </a:cubicBezTo>
                  <a:lnTo>
                    <a:pt x="1231564" y="248501"/>
                  </a:lnTo>
                  <a:cubicBezTo>
                    <a:pt x="1231564" y="255088"/>
                    <a:pt x="1228948" y="261404"/>
                    <a:pt x="1224290" y="266062"/>
                  </a:cubicBezTo>
                  <a:cubicBezTo>
                    <a:pt x="1219633" y="270719"/>
                    <a:pt x="1213316" y="273336"/>
                    <a:pt x="1206730" y="273336"/>
                  </a:cubicBezTo>
                  <a:lnTo>
                    <a:pt x="24835" y="273336"/>
                  </a:lnTo>
                  <a:cubicBezTo>
                    <a:pt x="11119" y="273336"/>
                    <a:pt x="0" y="262217"/>
                    <a:pt x="0" y="248501"/>
                  </a:cubicBezTo>
                  <a:lnTo>
                    <a:pt x="0" y="24835"/>
                  </a:lnTo>
                  <a:cubicBezTo>
                    <a:pt x="0" y="18248"/>
                    <a:pt x="2616" y="11931"/>
                    <a:pt x="7274" y="7274"/>
                  </a:cubicBezTo>
                  <a:cubicBezTo>
                    <a:pt x="11931" y="2616"/>
                    <a:pt x="18248" y="0"/>
                    <a:pt x="24835" y="0"/>
                  </a:cubicBezTo>
                  <a:close/>
                </a:path>
              </a:pathLst>
            </a:custGeom>
            <a:solidFill>
              <a:srgbClr val="386CB4"/>
            </a:solidFill>
            <a:ln w="19050" cap="sq">
              <a:solidFill>
                <a:srgbClr val="6AB7E4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1231564" cy="3209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6"/>
                </a:lnSpc>
              </a:pPr>
              <a:endParaRPr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1821622" y="3701440"/>
            <a:ext cx="4676095" cy="1037821"/>
            <a:chOff x="0" y="0"/>
            <a:chExt cx="1231564" cy="273336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231564" cy="273336"/>
            </a:xfrm>
            <a:custGeom>
              <a:avLst/>
              <a:gdLst/>
              <a:ahLst/>
              <a:cxnLst/>
              <a:rect l="l" t="t" r="r" b="b"/>
              <a:pathLst>
                <a:path w="1231564" h="273336">
                  <a:moveTo>
                    <a:pt x="24835" y="0"/>
                  </a:moveTo>
                  <a:lnTo>
                    <a:pt x="1206730" y="0"/>
                  </a:lnTo>
                  <a:cubicBezTo>
                    <a:pt x="1213316" y="0"/>
                    <a:pt x="1219633" y="2616"/>
                    <a:pt x="1224290" y="7274"/>
                  </a:cubicBezTo>
                  <a:cubicBezTo>
                    <a:pt x="1228948" y="11931"/>
                    <a:pt x="1231564" y="18248"/>
                    <a:pt x="1231564" y="24835"/>
                  </a:cubicBezTo>
                  <a:lnTo>
                    <a:pt x="1231564" y="248501"/>
                  </a:lnTo>
                  <a:cubicBezTo>
                    <a:pt x="1231564" y="255088"/>
                    <a:pt x="1228948" y="261404"/>
                    <a:pt x="1224290" y="266062"/>
                  </a:cubicBezTo>
                  <a:cubicBezTo>
                    <a:pt x="1219633" y="270719"/>
                    <a:pt x="1213316" y="273336"/>
                    <a:pt x="1206730" y="273336"/>
                  </a:cubicBezTo>
                  <a:lnTo>
                    <a:pt x="24835" y="273336"/>
                  </a:lnTo>
                  <a:cubicBezTo>
                    <a:pt x="11119" y="273336"/>
                    <a:pt x="0" y="262217"/>
                    <a:pt x="0" y="248501"/>
                  </a:cubicBezTo>
                  <a:lnTo>
                    <a:pt x="0" y="24835"/>
                  </a:lnTo>
                  <a:cubicBezTo>
                    <a:pt x="0" y="18248"/>
                    <a:pt x="2616" y="11931"/>
                    <a:pt x="7274" y="7274"/>
                  </a:cubicBezTo>
                  <a:cubicBezTo>
                    <a:pt x="11931" y="2616"/>
                    <a:pt x="18248" y="0"/>
                    <a:pt x="24835" y="0"/>
                  </a:cubicBezTo>
                  <a:close/>
                </a:path>
              </a:pathLst>
            </a:custGeom>
            <a:solidFill>
              <a:srgbClr val="386CB4"/>
            </a:solidFill>
            <a:ln w="19050" cap="sq">
              <a:solidFill>
                <a:srgbClr val="6AB7E4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0" y="-47625"/>
              <a:ext cx="1231564" cy="3209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6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1821622" y="5017242"/>
            <a:ext cx="4676095" cy="1037821"/>
            <a:chOff x="0" y="0"/>
            <a:chExt cx="1231564" cy="27333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231564" cy="273336"/>
            </a:xfrm>
            <a:custGeom>
              <a:avLst/>
              <a:gdLst/>
              <a:ahLst/>
              <a:cxnLst/>
              <a:rect l="l" t="t" r="r" b="b"/>
              <a:pathLst>
                <a:path w="1231564" h="273336">
                  <a:moveTo>
                    <a:pt x="24835" y="0"/>
                  </a:moveTo>
                  <a:lnTo>
                    <a:pt x="1206730" y="0"/>
                  </a:lnTo>
                  <a:cubicBezTo>
                    <a:pt x="1213316" y="0"/>
                    <a:pt x="1219633" y="2616"/>
                    <a:pt x="1224290" y="7274"/>
                  </a:cubicBezTo>
                  <a:cubicBezTo>
                    <a:pt x="1228948" y="11931"/>
                    <a:pt x="1231564" y="18248"/>
                    <a:pt x="1231564" y="24835"/>
                  </a:cubicBezTo>
                  <a:lnTo>
                    <a:pt x="1231564" y="248501"/>
                  </a:lnTo>
                  <a:cubicBezTo>
                    <a:pt x="1231564" y="255088"/>
                    <a:pt x="1228948" y="261404"/>
                    <a:pt x="1224290" y="266062"/>
                  </a:cubicBezTo>
                  <a:cubicBezTo>
                    <a:pt x="1219633" y="270719"/>
                    <a:pt x="1213316" y="273336"/>
                    <a:pt x="1206730" y="273336"/>
                  </a:cubicBezTo>
                  <a:lnTo>
                    <a:pt x="24835" y="273336"/>
                  </a:lnTo>
                  <a:cubicBezTo>
                    <a:pt x="11119" y="273336"/>
                    <a:pt x="0" y="262217"/>
                    <a:pt x="0" y="248501"/>
                  </a:cubicBezTo>
                  <a:lnTo>
                    <a:pt x="0" y="24835"/>
                  </a:lnTo>
                  <a:cubicBezTo>
                    <a:pt x="0" y="18248"/>
                    <a:pt x="2616" y="11931"/>
                    <a:pt x="7274" y="7274"/>
                  </a:cubicBezTo>
                  <a:cubicBezTo>
                    <a:pt x="11931" y="2616"/>
                    <a:pt x="18248" y="0"/>
                    <a:pt x="24835" y="0"/>
                  </a:cubicBezTo>
                  <a:close/>
                </a:path>
              </a:pathLst>
            </a:custGeom>
            <a:solidFill>
              <a:srgbClr val="386CB4"/>
            </a:solidFill>
            <a:ln w="19050" cap="sq">
              <a:solidFill>
                <a:srgbClr val="6AB7E4"/>
              </a:solidFill>
              <a:prstDash val="solid"/>
              <a:miter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0" y="-47625"/>
              <a:ext cx="1231564" cy="3209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6"/>
                </a:lnSpc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1821622" y="6333044"/>
            <a:ext cx="4676095" cy="1037821"/>
            <a:chOff x="0" y="0"/>
            <a:chExt cx="1231564" cy="273336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231564" cy="273336"/>
            </a:xfrm>
            <a:custGeom>
              <a:avLst/>
              <a:gdLst/>
              <a:ahLst/>
              <a:cxnLst/>
              <a:rect l="l" t="t" r="r" b="b"/>
              <a:pathLst>
                <a:path w="1231564" h="273336">
                  <a:moveTo>
                    <a:pt x="24835" y="0"/>
                  </a:moveTo>
                  <a:lnTo>
                    <a:pt x="1206730" y="0"/>
                  </a:lnTo>
                  <a:cubicBezTo>
                    <a:pt x="1213316" y="0"/>
                    <a:pt x="1219633" y="2616"/>
                    <a:pt x="1224290" y="7274"/>
                  </a:cubicBezTo>
                  <a:cubicBezTo>
                    <a:pt x="1228948" y="11931"/>
                    <a:pt x="1231564" y="18248"/>
                    <a:pt x="1231564" y="24835"/>
                  </a:cubicBezTo>
                  <a:lnTo>
                    <a:pt x="1231564" y="248501"/>
                  </a:lnTo>
                  <a:cubicBezTo>
                    <a:pt x="1231564" y="255088"/>
                    <a:pt x="1228948" y="261404"/>
                    <a:pt x="1224290" y="266062"/>
                  </a:cubicBezTo>
                  <a:cubicBezTo>
                    <a:pt x="1219633" y="270719"/>
                    <a:pt x="1213316" y="273336"/>
                    <a:pt x="1206730" y="273336"/>
                  </a:cubicBezTo>
                  <a:lnTo>
                    <a:pt x="24835" y="273336"/>
                  </a:lnTo>
                  <a:cubicBezTo>
                    <a:pt x="11119" y="273336"/>
                    <a:pt x="0" y="262217"/>
                    <a:pt x="0" y="248501"/>
                  </a:cubicBezTo>
                  <a:lnTo>
                    <a:pt x="0" y="24835"/>
                  </a:lnTo>
                  <a:cubicBezTo>
                    <a:pt x="0" y="18248"/>
                    <a:pt x="2616" y="11931"/>
                    <a:pt x="7274" y="7274"/>
                  </a:cubicBezTo>
                  <a:cubicBezTo>
                    <a:pt x="11931" y="2616"/>
                    <a:pt x="18248" y="0"/>
                    <a:pt x="24835" y="0"/>
                  </a:cubicBezTo>
                  <a:close/>
                </a:path>
              </a:pathLst>
            </a:custGeom>
            <a:solidFill>
              <a:srgbClr val="386CB4"/>
            </a:solidFill>
            <a:ln w="19050" cap="sq">
              <a:solidFill>
                <a:srgbClr val="6AB7E4"/>
              </a:solidFill>
              <a:prstDash val="solid"/>
              <a:miter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0" y="-47625"/>
              <a:ext cx="1231564" cy="3209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6"/>
                </a:lnSpc>
              </a:pPr>
              <a:endParaRPr/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2466840" y="2419124"/>
            <a:ext cx="3387712" cy="1006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7"/>
              </a:lnSpc>
            </a:pPr>
            <a:r>
              <a:rPr lang="en-US" sz="3626">
                <a:solidFill>
                  <a:srgbClr val="C8F5FF"/>
                </a:solidFill>
                <a:latin typeface="TAN Nimbus"/>
                <a:ea typeface="TAN Nimbus"/>
                <a:cs typeface="TAN Nimbus"/>
                <a:sym typeface="TAN Nimbus"/>
              </a:rPr>
              <a:t>Retos </a:t>
            </a:r>
          </a:p>
          <a:p>
            <a:pPr algn="ctr">
              <a:lnSpc>
                <a:spcPts val="3917"/>
              </a:lnSpc>
            </a:pPr>
            <a:r>
              <a:rPr lang="en-US" sz="3626">
                <a:solidFill>
                  <a:srgbClr val="C8F5FF"/>
                </a:solidFill>
                <a:latin typeface="TAN Nimbus"/>
                <a:ea typeface="TAN Nimbus"/>
                <a:cs typeface="TAN Nimbus"/>
                <a:sym typeface="TAN Nimbus"/>
              </a:rPr>
              <a:t>personales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15583733" y="332808"/>
            <a:ext cx="2850982" cy="2850982"/>
            <a:chOff x="0" y="0"/>
            <a:chExt cx="6350000" cy="6350000"/>
          </a:xfrm>
        </p:grpSpPr>
        <p:sp>
          <p:nvSpPr>
            <p:cNvPr id="50" name="Freeform 50"/>
            <p:cNvSpPr/>
            <p:nvPr/>
          </p:nvSpPr>
          <p:spPr>
            <a:xfrm>
              <a:off x="541020" y="537210"/>
              <a:ext cx="5255260" cy="5255260"/>
            </a:xfrm>
            <a:custGeom>
              <a:avLst/>
              <a:gdLst/>
              <a:ahLst/>
              <a:cxnLst/>
              <a:rect l="l" t="t" r="r" b="b"/>
              <a:pathLst>
                <a:path w="5255260" h="5255260">
                  <a:moveTo>
                    <a:pt x="2627630" y="0"/>
                  </a:moveTo>
                  <a:cubicBezTo>
                    <a:pt x="1176430" y="0"/>
                    <a:pt x="0" y="1176430"/>
                    <a:pt x="0" y="2627630"/>
                  </a:cubicBezTo>
                  <a:cubicBezTo>
                    <a:pt x="0" y="4078830"/>
                    <a:pt x="1176430" y="5255260"/>
                    <a:pt x="2627630" y="5255260"/>
                  </a:cubicBezTo>
                  <a:cubicBezTo>
                    <a:pt x="4078830" y="5255260"/>
                    <a:pt x="5255260" y="4078830"/>
                    <a:pt x="5255260" y="2627630"/>
                  </a:cubicBezTo>
                  <a:cubicBezTo>
                    <a:pt x="5255260" y="1176430"/>
                    <a:pt x="4078830" y="0"/>
                    <a:pt x="2627630" y="0"/>
                  </a:cubicBez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51" name="TextBox 51"/>
          <p:cNvSpPr txBox="1"/>
          <p:nvPr/>
        </p:nvSpPr>
        <p:spPr>
          <a:xfrm>
            <a:off x="1118805" y="3818461"/>
            <a:ext cx="4495886" cy="1118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Trabajar con código heredado o sistemas ya existentes.</a:t>
            </a:r>
          </a:p>
          <a:p>
            <a:pPr algn="ctr">
              <a:lnSpc>
                <a:spcPts val="2940"/>
              </a:lnSpc>
            </a:pPr>
            <a:endParaRPr lang="en-US" sz="2100" b="1">
              <a:solidFill>
                <a:srgbClr val="FFFFFF"/>
              </a:solidFill>
              <a:latin typeface="Play Bold"/>
              <a:ea typeface="Play Bold"/>
              <a:cs typeface="Play Bold"/>
              <a:sym typeface="Play Bold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6515266" y="3818461"/>
            <a:ext cx="4495886" cy="746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Integrarme bien al equipo y a la cultura de la empresa.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884641" y="3653815"/>
            <a:ext cx="4657577" cy="1436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1"/>
              </a:lnSpc>
            </a:pPr>
            <a:r>
              <a:rPr lang="en-US" sz="2036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Asumir la responsabilidad de proyectos que impactan en la empresa.</a:t>
            </a:r>
          </a:p>
          <a:p>
            <a:pPr algn="ctr">
              <a:lnSpc>
                <a:spcPts val="2851"/>
              </a:lnSpc>
            </a:pPr>
            <a:endParaRPr lang="en-US" sz="2036" b="1">
              <a:solidFill>
                <a:srgbClr val="FFFFFF"/>
              </a:solidFill>
              <a:latin typeface="Play Bold"/>
              <a:ea typeface="Play Bold"/>
              <a:cs typeface="Play Bold"/>
              <a:sym typeface="Play Bold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1672891" y="2322087"/>
            <a:ext cx="3387712" cy="1006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7"/>
              </a:lnSpc>
            </a:pPr>
            <a:r>
              <a:rPr lang="en-US" sz="3626" dirty="0" err="1">
                <a:solidFill>
                  <a:srgbClr val="C8F5FF"/>
                </a:solidFill>
                <a:latin typeface="TAN Nimbus"/>
                <a:ea typeface="TAN Nimbus"/>
                <a:cs typeface="TAN Nimbus"/>
                <a:sym typeface="TAN Nimbus"/>
              </a:rPr>
              <a:t>Retos</a:t>
            </a:r>
            <a:r>
              <a:rPr lang="en-US" sz="3626" dirty="0">
                <a:solidFill>
                  <a:srgbClr val="C8F5FF"/>
                </a:solidFill>
                <a:latin typeface="TAN Nimbus"/>
                <a:ea typeface="TAN Nimbus"/>
                <a:cs typeface="TAN Nimbus"/>
                <a:sym typeface="TAN Nimbus"/>
              </a:rPr>
              <a:t> </a:t>
            </a:r>
          </a:p>
          <a:p>
            <a:pPr algn="ctr">
              <a:lnSpc>
                <a:spcPts val="3917"/>
              </a:lnSpc>
            </a:pPr>
            <a:r>
              <a:rPr lang="en-US" sz="3626" dirty="0" err="1">
                <a:solidFill>
                  <a:srgbClr val="C8F5FF"/>
                </a:solidFill>
                <a:latin typeface="TAN Nimbus"/>
                <a:ea typeface="TAN Nimbus"/>
                <a:cs typeface="TAN Nimbus"/>
                <a:sym typeface="TAN Nimbus"/>
              </a:rPr>
              <a:t>técnicos</a:t>
            </a:r>
            <a:endParaRPr lang="en-US" sz="3626" dirty="0">
              <a:solidFill>
                <a:srgbClr val="C8F5FF"/>
              </a:solidFill>
              <a:latin typeface="TAN Nimbus"/>
              <a:ea typeface="TAN Nimbus"/>
              <a:cs typeface="TAN Nimbus"/>
              <a:sym typeface="TAN Nimbus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6864786" y="2322087"/>
            <a:ext cx="4146366" cy="10060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17"/>
              </a:lnSpc>
            </a:pPr>
            <a:r>
              <a:rPr lang="en-US" sz="3626" dirty="0" err="1">
                <a:solidFill>
                  <a:srgbClr val="C8F5FF"/>
                </a:solidFill>
                <a:latin typeface="TAN Nimbus"/>
                <a:ea typeface="TAN Nimbus"/>
                <a:cs typeface="TAN Nimbus"/>
                <a:sym typeface="TAN Nimbus"/>
              </a:rPr>
              <a:t>Retos</a:t>
            </a:r>
            <a:r>
              <a:rPr lang="en-US" sz="3626" dirty="0">
                <a:solidFill>
                  <a:srgbClr val="C8F5FF"/>
                </a:solidFill>
                <a:latin typeface="TAN Nimbus"/>
                <a:ea typeface="TAN Nimbus"/>
                <a:cs typeface="TAN Nimbus"/>
                <a:sym typeface="TAN Nimbus"/>
              </a:rPr>
              <a:t> </a:t>
            </a:r>
          </a:p>
          <a:p>
            <a:pPr algn="ctr">
              <a:lnSpc>
                <a:spcPts val="3917"/>
              </a:lnSpc>
            </a:pPr>
            <a:r>
              <a:rPr lang="en-US" sz="3626" dirty="0" err="1">
                <a:solidFill>
                  <a:srgbClr val="C8F5FF"/>
                </a:solidFill>
                <a:latin typeface="TAN Nimbus"/>
                <a:ea typeface="TAN Nimbus"/>
                <a:cs typeface="TAN Nimbus"/>
                <a:sym typeface="TAN Nimbus"/>
              </a:rPr>
              <a:t>profesionales</a:t>
            </a:r>
            <a:endParaRPr lang="en-US" sz="3626" dirty="0">
              <a:solidFill>
                <a:srgbClr val="C8F5FF"/>
              </a:solidFill>
              <a:latin typeface="TAN Nimbus"/>
              <a:ea typeface="TAN Nimbus"/>
              <a:cs typeface="TAN Nimbus"/>
              <a:sym typeface="TAN Nimbus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1103168" y="5134263"/>
            <a:ext cx="4495886" cy="746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Adaptarme rápido a nuevas tecnologías y frameworks.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03168" y="6414808"/>
            <a:ext cx="4495886" cy="746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Resolver errores complejos en sistemas grandes.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425161" y="5134263"/>
            <a:ext cx="4676095" cy="746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Explicar conceptos técnicos a diferentes personas.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6515266" y="6635770"/>
            <a:ext cx="4495886" cy="375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Superar la inseguridad inicial.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1834681" y="5134263"/>
            <a:ext cx="4495886" cy="746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Mantenerme en constante aprendizaje de nuevas tecnologías.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1834681" y="6445588"/>
            <a:ext cx="4495886" cy="746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Aceptar y aplicar feedback para mejorar.</a:t>
            </a:r>
          </a:p>
        </p:txBody>
      </p:sp>
      <p:sp>
        <p:nvSpPr>
          <p:cNvPr id="62" name="Freeform 62">
            <a:hlinkClick r:id="rId9" action="ppaction://hlinksldjump"/>
          </p:cNvPr>
          <p:cNvSpPr/>
          <p:nvPr/>
        </p:nvSpPr>
        <p:spPr>
          <a:xfrm flipH="1">
            <a:off x="198327" y="177002"/>
            <a:ext cx="1809681" cy="793998"/>
          </a:xfrm>
          <a:custGeom>
            <a:avLst/>
            <a:gdLst/>
            <a:ahLst/>
            <a:cxnLst/>
            <a:rect l="l" t="t" r="r" b="b"/>
            <a:pathLst>
              <a:path w="1809681" h="793998">
                <a:moveTo>
                  <a:pt x="1809681" y="0"/>
                </a:moveTo>
                <a:lnTo>
                  <a:pt x="0" y="0"/>
                </a:lnTo>
                <a:lnTo>
                  <a:pt x="0" y="793997"/>
                </a:lnTo>
                <a:lnTo>
                  <a:pt x="1809681" y="793997"/>
                </a:lnTo>
                <a:lnTo>
                  <a:pt x="180968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50228" y="3050259"/>
            <a:ext cx="3963041" cy="4264430"/>
            <a:chOff x="0" y="0"/>
            <a:chExt cx="5284055" cy="5685907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5284055" cy="5685907"/>
              <a:chOff x="0" y="0"/>
              <a:chExt cx="1043764" cy="112314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043764" cy="1123142"/>
              </a:xfrm>
              <a:custGeom>
                <a:avLst/>
                <a:gdLst/>
                <a:ahLst/>
                <a:cxnLst/>
                <a:rect l="l" t="t" r="r" b="b"/>
                <a:pathLst>
                  <a:path w="1043764" h="1123142">
                    <a:moveTo>
                      <a:pt x="29303" y="0"/>
                    </a:moveTo>
                    <a:lnTo>
                      <a:pt x="1014461" y="0"/>
                    </a:lnTo>
                    <a:cubicBezTo>
                      <a:pt x="1022233" y="0"/>
                      <a:pt x="1029686" y="3087"/>
                      <a:pt x="1035181" y="8583"/>
                    </a:cubicBezTo>
                    <a:cubicBezTo>
                      <a:pt x="1040677" y="14078"/>
                      <a:pt x="1043764" y="21531"/>
                      <a:pt x="1043764" y="29303"/>
                    </a:cubicBezTo>
                    <a:lnTo>
                      <a:pt x="1043764" y="1093839"/>
                    </a:lnTo>
                    <a:cubicBezTo>
                      <a:pt x="1043764" y="1110023"/>
                      <a:pt x="1030645" y="1123142"/>
                      <a:pt x="1014461" y="1123142"/>
                    </a:cubicBezTo>
                    <a:lnTo>
                      <a:pt x="29303" y="1123142"/>
                    </a:lnTo>
                    <a:cubicBezTo>
                      <a:pt x="13119" y="1123142"/>
                      <a:pt x="0" y="1110023"/>
                      <a:pt x="0" y="1093839"/>
                    </a:cubicBezTo>
                    <a:lnTo>
                      <a:pt x="0" y="29303"/>
                    </a:lnTo>
                    <a:cubicBezTo>
                      <a:pt x="0" y="13119"/>
                      <a:pt x="13119" y="0"/>
                      <a:pt x="29303" y="0"/>
                    </a:cubicBezTo>
                    <a:close/>
                  </a:path>
                </a:pathLst>
              </a:custGeom>
              <a:solidFill>
                <a:srgbClr val="386CB4">
                  <a:alpha val="85882"/>
                </a:srgbClr>
              </a:solidFill>
              <a:ln w="19050" cap="sq">
                <a:solidFill>
                  <a:srgbClr val="6AB7E4">
                    <a:alpha val="85882"/>
                  </a:srgbClr>
                </a:solidFill>
                <a:prstDash val="solid"/>
                <a:miter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47625"/>
                <a:ext cx="1043764" cy="11707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76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188249" y="81776"/>
              <a:ext cx="4907556" cy="54652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957"/>
                </a:lnSpc>
              </a:pPr>
              <a:r>
                <a:rPr lang="en-US" sz="2112" b="1">
                  <a:solidFill>
                    <a:srgbClr val="FFFFFF"/>
                  </a:solidFill>
                  <a:latin typeface="Play Bold"/>
                  <a:ea typeface="Play Bold"/>
                  <a:cs typeface="Play Bold"/>
                  <a:sym typeface="Play Bold"/>
                </a:rPr>
                <a:t>Empresa salvadoreña con más de 13 años de experiencia en marketing, desarrollo web y publicidad digital. Ofrece estrategias personalizadas combinando creatividad, tecnología y análisis de datos. Se especializa en desarrollo web, branding y publicidad en línea.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165928" y="5769515"/>
            <a:ext cx="3956144" cy="4264430"/>
            <a:chOff x="0" y="0"/>
            <a:chExt cx="5274858" cy="5685907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5274858" cy="5685907"/>
              <a:chOff x="0" y="0"/>
              <a:chExt cx="1041947" cy="1123142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041947" cy="1123142"/>
              </a:xfrm>
              <a:custGeom>
                <a:avLst/>
                <a:gdLst/>
                <a:ahLst/>
                <a:cxnLst/>
                <a:rect l="l" t="t" r="r" b="b"/>
                <a:pathLst>
                  <a:path w="1041947" h="1123142">
                    <a:moveTo>
                      <a:pt x="29354" y="0"/>
                    </a:moveTo>
                    <a:lnTo>
                      <a:pt x="1012593" y="0"/>
                    </a:lnTo>
                    <a:cubicBezTo>
                      <a:pt x="1020379" y="0"/>
                      <a:pt x="1027845" y="3093"/>
                      <a:pt x="1033350" y="8598"/>
                    </a:cubicBezTo>
                    <a:cubicBezTo>
                      <a:pt x="1038855" y="14103"/>
                      <a:pt x="1041947" y="21569"/>
                      <a:pt x="1041947" y="29354"/>
                    </a:cubicBezTo>
                    <a:lnTo>
                      <a:pt x="1041947" y="1093788"/>
                    </a:lnTo>
                    <a:cubicBezTo>
                      <a:pt x="1041947" y="1101573"/>
                      <a:pt x="1038855" y="1109040"/>
                      <a:pt x="1033350" y="1114544"/>
                    </a:cubicBezTo>
                    <a:cubicBezTo>
                      <a:pt x="1027845" y="1120049"/>
                      <a:pt x="1020379" y="1123142"/>
                      <a:pt x="1012593" y="1123142"/>
                    </a:cubicBezTo>
                    <a:lnTo>
                      <a:pt x="29354" y="1123142"/>
                    </a:lnTo>
                    <a:cubicBezTo>
                      <a:pt x="21569" y="1123142"/>
                      <a:pt x="14103" y="1120049"/>
                      <a:pt x="8598" y="1114544"/>
                    </a:cubicBezTo>
                    <a:cubicBezTo>
                      <a:pt x="3093" y="1109040"/>
                      <a:pt x="0" y="1101573"/>
                      <a:pt x="0" y="1093788"/>
                    </a:cubicBezTo>
                    <a:lnTo>
                      <a:pt x="0" y="29354"/>
                    </a:lnTo>
                    <a:cubicBezTo>
                      <a:pt x="0" y="21569"/>
                      <a:pt x="3093" y="14103"/>
                      <a:pt x="8598" y="8598"/>
                    </a:cubicBezTo>
                    <a:cubicBezTo>
                      <a:pt x="14103" y="3093"/>
                      <a:pt x="21569" y="0"/>
                      <a:pt x="29354" y="0"/>
                    </a:cubicBezTo>
                    <a:close/>
                  </a:path>
                </a:pathLst>
              </a:custGeom>
              <a:solidFill>
                <a:srgbClr val="386CB4">
                  <a:alpha val="85882"/>
                </a:srgbClr>
              </a:solidFill>
              <a:ln w="19050" cap="sq">
                <a:solidFill>
                  <a:srgbClr val="6AB7E4">
                    <a:alpha val="85882"/>
                  </a:srgbClr>
                </a:solidFill>
                <a:prstDash val="solid"/>
                <a:miter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47625"/>
                <a:ext cx="1041947" cy="11707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76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245697" y="512443"/>
              <a:ext cx="4783465" cy="46038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047"/>
                </a:lnSpc>
              </a:pPr>
              <a:r>
                <a:rPr lang="en-US" sz="2177" b="1">
                  <a:solidFill>
                    <a:srgbClr val="FFFFFF"/>
                  </a:solidFill>
                  <a:latin typeface="Play Bold"/>
                  <a:ea typeface="Play Bold"/>
                  <a:cs typeface="Play Bold"/>
                  <a:sym typeface="Play Bold"/>
                </a:rPr>
                <a:t>Empresa familiar salvadoreña registrada desde 2012, con 21 años de experiencia en panadería fina. Ubicada en San Salvador, se dedica a ofrecer productos con sabores exquisitos para satisfacer a sus clientes.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981628" y="3050259"/>
            <a:ext cx="3956144" cy="4264430"/>
            <a:chOff x="0" y="0"/>
            <a:chExt cx="5274858" cy="5685907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5274858" cy="5685907"/>
              <a:chOff x="0" y="0"/>
              <a:chExt cx="1041947" cy="1123142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041947" cy="1123142"/>
              </a:xfrm>
              <a:custGeom>
                <a:avLst/>
                <a:gdLst/>
                <a:ahLst/>
                <a:cxnLst/>
                <a:rect l="l" t="t" r="r" b="b"/>
                <a:pathLst>
                  <a:path w="1041947" h="1123142">
                    <a:moveTo>
                      <a:pt x="29354" y="0"/>
                    </a:moveTo>
                    <a:lnTo>
                      <a:pt x="1012593" y="0"/>
                    </a:lnTo>
                    <a:cubicBezTo>
                      <a:pt x="1020379" y="0"/>
                      <a:pt x="1027845" y="3093"/>
                      <a:pt x="1033350" y="8598"/>
                    </a:cubicBezTo>
                    <a:cubicBezTo>
                      <a:pt x="1038855" y="14103"/>
                      <a:pt x="1041947" y="21569"/>
                      <a:pt x="1041947" y="29354"/>
                    </a:cubicBezTo>
                    <a:lnTo>
                      <a:pt x="1041947" y="1093788"/>
                    </a:lnTo>
                    <a:cubicBezTo>
                      <a:pt x="1041947" y="1101573"/>
                      <a:pt x="1038855" y="1109040"/>
                      <a:pt x="1033350" y="1114544"/>
                    </a:cubicBezTo>
                    <a:cubicBezTo>
                      <a:pt x="1027845" y="1120049"/>
                      <a:pt x="1020379" y="1123142"/>
                      <a:pt x="1012593" y="1123142"/>
                    </a:cubicBezTo>
                    <a:lnTo>
                      <a:pt x="29354" y="1123142"/>
                    </a:lnTo>
                    <a:cubicBezTo>
                      <a:pt x="21569" y="1123142"/>
                      <a:pt x="14103" y="1120049"/>
                      <a:pt x="8598" y="1114544"/>
                    </a:cubicBezTo>
                    <a:cubicBezTo>
                      <a:pt x="3093" y="1109040"/>
                      <a:pt x="0" y="1101573"/>
                      <a:pt x="0" y="1093788"/>
                    </a:cubicBezTo>
                    <a:lnTo>
                      <a:pt x="0" y="29354"/>
                    </a:lnTo>
                    <a:cubicBezTo>
                      <a:pt x="0" y="21569"/>
                      <a:pt x="3093" y="14103"/>
                      <a:pt x="8598" y="8598"/>
                    </a:cubicBezTo>
                    <a:cubicBezTo>
                      <a:pt x="14103" y="3093"/>
                      <a:pt x="21569" y="0"/>
                      <a:pt x="29354" y="0"/>
                    </a:cubicBezTo>
                    <a:close/>
                  </a:path>
                </a:pathLst>
              </a:custGeom>
              <a:solidFill>
                <a:srgbClr val="386CB4">
                  <a:alpha val="85882"/>
                </a:srgbClr>
              </a:solidFill>
              <a:ln w="19050" cap="sq">
                <a:solidFill>
                  <a:srgbClr val="6AB7E4">
                    <a:alpha val="85882"/>
                  </a:srgbClr>
                </a:solidFill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1041947" cy="11707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76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245697" y="179471"/>
              <a:ext cx="4783465" cy="51172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047"/>
                </a:lnSpc>
              </a:pPr>
              <a:r>
                <a:rPr lang="en-US" sz="2177" b="1">
                  <a:solidFill>
                    <a:srgbClr val="FFFFFF"/>
                  </a:solidFill>
                  <a:latin typeface="Play Bold"/>
                  <a:ea typeface="Play Bold"/>
                  <a:cs typeface="Play Bold"/>
                  <a:sym typeface="Play Bold"/>
                </a:rPr>
                <a:t>Empresa de seguridad electrónica que brinda protección 24/7 en todo El Salvador. Ofrece alarmas, CCTV, control de acceso, sistemas contra incendios y GPS con botón de pánico. Es reconocida por su buen ambiente laboral y atención al cliente.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50228" y="7470429"/>
            <a:ext cx="3963041" cy="2256560"/>
            <a:chOff x="0" y="0"/>
            <a:chExt cx="1194277" cy="68002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94277" cy="680022"/>
            </a:xfrm>
            <a:custGeom>
              <a:avLst/>
              <a:gdLst/>
              <a:ahLst/>
              <a:cxnLst/>
              <a:rect l="l" t="t" r="r" b="b"/>
              <a:pathLst>
                <a:path w="1194277" h="680022">
                  <a:moveTo>
                    <a:pt x="0" y="0"/>
                  </a:moveTo>
                  <a:lnTo>
                    <a:pt x="1194277" y="0"/>
                  </a:lnTo>
                  <a:lnTo>
                    <a:pt x="1194277" y="680022"/>
                  </a:lnTo>
                  <a:lnTo>
                    <a:pt x="0" y="680022"/>
                  </a:lnTo>
                  <a:close/>
                </a:path>
              </a:pathLst>
            </a:custGeom>
            <a:blipFill>
              <a:blip r:embed="rId3"/>
              <a:stretch>
                <a:fillRect t="-20249" b="-20249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12981628" y="7470429"/>
            <a:ext cx="3963041" cy="2256560"/>
            <a:chOff x="0" y="0"/>
            <a:chExt cx="1194277" cy="68002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94277" cy="680022"/>
            </a:xfrm>
            <a:custGeom>
              <a:avLst/>
              <a:gdLst/>
              <a:ahLst/>
              <a:cxnLst/>
              <a:rect l="l" t="t" r="r" b="b"/>
              <a:pathLst>
                <a:path w="1194277" h="680022">
                  <a:moveTo>
                    <a:pt x="0" y="0"/>
                  </a:moveTo>
                  <a:lnTo>
                    <a:pt x="1194277" y="0"/>
                  </a:lnTo>
                  <a:lnTo>
                    <a:pt x="1194277" y="680022"/>
                  </a:lnTo>
                  <a:lnTo>
                    <a:pt x="0" y="680022"/>
                  </a:lnTo>
                  <a:close/>
                </a:path>
              </a:pathLst>
            </a:custGeom>
            <a:blipFill>
              <a:blip r:embed="rId4"/>
              <a:stretch>
                <a:fillRect t="-37811" b="-37811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7245578" y="1190744"/>
            <a:ext cx="3405276" cy="3405276"/>
            <a:chOff x="0" y="0"/>
            <a:chExt cx="6350000" cy="6350000"/>
          </a:xfrm>
        </p:grpSpPr>
        <p:sp>
          <p:nvSpPr>
            <p:cNvPr id="23" name="Freeform 23"/>
            <p:cNvSpPr/>
            <p:nvPr/>
          </p:nvSpPr>
          <p:spPr>
            <a:xfrm>
              <a:off x="541020" y="537210"/>
              <a:ext cx="5255260" cy="5255260"/>
            </a:xfrm>
            <a:custGeom>
              <a:avLst/>
              <a:gdLst/>
              <a:ahLst/>
              <a:cxnLst/>
              <a:rect l="l" t="t" r="r" b="b"/>
              <a:pathLst>
                <a:path w="5255260" h="5255260">
                  <a:moveTo>
                    <a:pt x="2627630" y="0"/>
                  </a:moveTo>
                  <a:cubicBezTo>
                    <a:pt x="1176430" y="0"/>
                    <a:pt x="0" y="1176430"/>
                    <a:pt x="0" y="2627630"/>
                  </a:cubicBezTo>
                  <a:cubicBezTo>
                    <a:pt x="0" y="4078830"/>
                    <a:pt x="1176430" y="5255260"/>
                    <a:pt x="2627630" y="5255260"/>
                  </a:cubicBezTo>
                  <a:cubicBezTo>
                    <a:pt x="4078830" y="5255260"/>
                    <a:pt x="5255260" y="4078830"/>
                    <a:pt x="5255260" y="2627630"/>
                  </a:cubicBezTo>
                  <a:cubicBezTo>
                    <a:pt x="5255260" y="1176430"/>
                    <a:pt x="4078830" y="0"/>
                    <a:pt x="2627630" y="0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24" name="TextBox 24"/>
          <p:cNvSpPr txBox="1"/>
          <p:nvPr/>
        </p:nvSpPr>
        <p:spPr>
          <a:xfrm>
            <a:off x="1252953" y="285332"/>
            <a:ext cx="16006347" cy="1019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en-US" sz="5999" b="1" u="none" strike="noStrike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Empresas donde puedo encontrar pasantías 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156664" y="2009473"/>
            <a:ext cx="3781108" cy="511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7"/>
              </a:lnSpc>
            </a:pPr>
            <a:r>
              <a:rPr lang="en-US" sz="3626">
                <a:solidFill>
                  <a:srgbClr val="C8F5FF"/>
                </a:solidFill>
                <a:latin typeface="TAN Nimbus"/>
                <a:ea typeface="TAN Nimbus"/>
                <a:cs typeface="TAN Nimbus"/>
                <a:sym typeface="TAN Nimbus"/>
              </a:rPr>
              <a:t>Omniservice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637892" y="1762244"/>
            <a:ext cx="3387712" cy="1006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7"/>
              </a:lnSpc>
            </a:pPr>
            <a:r>
              <a:rPr lang="en-US" sz="3626">
                <a:solidFill>
                  <a:srgbClr val="C8F5FF"/>
                </a:solidFill>
                <a:latin typeface="TAN Nimbus"/>
                <a:ea typeface="TAN Nimbus"/>
                <a:cs typeface="TAN Nimbus"/>
                <a:sym typeface="TAN Nimbus"/>
              </a:rPr>
              <a:t>Guadrón Quijano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245578" y="4481500"/>
            <a:ext cx="3796844" cy="1006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7"/>
              </a:lnSpc>
            </a:pPr>
            <a:r>
              <a:rPr lang="en-US" sz="3626">
                <a:solidFill>
                  <a:srgbClr val="C8F5FF"/>
                </a:solidFill>
                <a:latin typeface="TAN Nimbus"/>
                <a:ea typeface="TAN Nimbus"/>
                <a:cs typeface="TAN Nimbus"/>
                <a:sym typeface="TAN Nimbus"/>
              </a:rPr>
              <a:t>Empaques y Sabores</a:t>
            </a:r>
          </a:p>
        </p:txBody>
      </p:sp>
      <p:sp>
        <p:nvSpPr>
          <p:cNvPr id="28" name="Freeform 28">
            <a:hlinkClick r:id="rId6" action="ppaction://hlinksldjump"/>
          </p:cNvPr>
          <p:cNvSpPr/>
          <p:nvPr/>
        </p:nvSpPr>
        <p:spPr>
          <a:xfrm rot="20237041" flipH="1">
            <a:off x="224253" y="221373"/>
            <a:ext cx="1543660" cy="677281"/>
          </a:xfrm>
          <a:custGeom>
            <a:avLst/>
            <a:gdLst/>
            <a:ahLst/>
            <a:cxnLst/>
            <a:rect l="l" t="t" r="r" b="b"/>
            <a:pathLst>
              <a:path w="1543660" h="677281">
                <a:moveTo>
                  <a:pt x="1543660" y="0"/>
                </a:moveTo>
                <a:lnTo>
                  <a:pt x="0" y="0"/>
                </a:lnTo>
                <a:lnTo>
                  <a:pt x="0" y="677281"/>
                </a:lnTo>
                <a:lnTo>
                  <a:pt x="1543660" y="677281"/>
                </a:lnTo>
                <a:lnTo>
                  <a:pt x="154366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 flipH="1" flipV="1">
            <a:off x="2678172" y="3307778"/>
            <a:ext cx="21624" cy="5513743"/>
          </a:xfrm>
          <a:prstGeom prst="line">
            <a:avLst/>
          </a:prstGeom>
          <a:ln w="38100" cap="flat">
            <a:solidFill>
              <a:srgbClr val="FFFFFF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432269" y="3566810"/>
            <a:ext cx="4573155" cy="1939425"/>
          </a:xfrm>
          <a:custGeom>
            <a:avLst/>
            <a:gdLst/>
            <a:ahLst/>
            <a:cxnLst/>
            <a:rect l="l" t="t" r="r" b="b"/>
            <a:pathLst>
              <a:path w="4573155" h="1939425">
                <a:moveTo>
                  <a:pt x="0" y="0"/>
                </a:moveTo>
                <a:lnTo>
                  <a:pt x="4573155" y="0"/>
                </a:lnTo>
                <a:lnTo>
                  <a:pt x="4573155" y="1939426"/>
                </a:lnTo>
                <a:lnTo>
                  <a:pt x="0" y="19394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462" t="-114999" r="-111617" b="-134396"/>
            </a:stretch>
          </a:blipFill>
        </p:spPr>
      </p:sp>
      <p:sp>
        <p:nvSpPr>
          <p:cNvPr id="5" name="AutoShape 5"/>
          <p:cNvSpPr/>
          <p:nvPr/>
        </p:nvSpPr>
        <p:spPr>
          <a:xfrm flipH="1" flipV="1">
            <a:off x="9049123" y="3307853"/>
            <a:ext cx="21624" cy="5513743"/>
          </a:xfrm>
          <a:prstGeom prst="line">
            <a:avLst/>
          </a:prstGeom>
          <a:ln w="38100" cap="flat">
            <a:solidFill>
              <a:srgbClr val="FFFFFF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5776175" y="3601209"/>
            <a:ext cx="6621165" cy="1870629"/>
          </a:xfrm>
          <a:custGeom>
            <a:avLst/>
            <a:gdLst/>
            <a:ahLst/>
            <a:cxnLst/>
            <a:rect l="l" t="t" r="r" b="b"/>
            <a:pathLst>
              <a:path w="6621165" h="1870629">
                <a:moveTo>
                  <a:pt x="0" y="0"/>
                </a:moveTo>
                <a:lnTo>
                  <a:pt x="6621165" y="0"/>
                </a:lnTo>
                <a:lnTo>
                  <a:pt x="6621165" y="1870628"/>
                </a:lnTo>
                <a:lnTo>
                  <a:pt x="0" y="18706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311" t="-164663" r="-65495" b="-144168"/>
            </a:stretch>
          </a:blipFill>
        </p:spPr>
      </p:sp>
      <p:sp>
        <p:nvSpPr>
          <p:cNvPr id="7" name="AutoShape 7"/>
          <p:cNvSpPr/>
          <p:nvPr/>
        </p:nvSpPr>
        <p:spPr>
          <a:xfrm flipH="1" flipV="1">
            <a:off x="15450903" y="3307928"/>
            <a:ext cx="21624" cy="5513743"/>
          </a:xfrm>
          <a:prstGeom prst="line">
            <a:avLst/>
          </a:prstGeom>
          <a:ln w="38100" cap="flat">
            <a:solidFill>
              <a:srgbClr val="FFFFFF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13245716" y="3601209"/>
            <a:ext cx="4298964" cy="1905027"/>
          </a:xfrm>
          <a:custGeom>
            <a:avLst/>
            <a:gdLst/>
            <a:ahLst/>
            <a:cxnLst/>
            <a:rect l="l" t="t" r="r" b="b"/>
            <a:pathLst>
              <a:path w="4298964" h="1905027">
                <a:moveTo>
                  <a:pt x="0" y="0"/>
                </a:moveTo>
                <a:lnTo>
                  <a:pt x="4298964" y="0"/>
                </a:lnTo>
                <a:lnTo>
                  <a:pt x="4298964" y="1905027"/>
                </a:lnTo>
                <a:lnTo>
                  <a:pt x="0" y="19050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7912" t="-193818" r="-231346" b="-226985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32220" y="7166112"/>
            <a:ext cx="3291905" cy="2566543"/>
          </a:xfrm>
          <a:custGeom>
            <a:avLst/>
            <a:gdLst/>
            <a:ahLst/>
            <a:cxnLst/>
            <a:rect l="l" t="t" r="r" b="b"/>
            <a:pathLst>
              <a:path w="3291905" h="2566543">
                <a:moveTo>
                  <a:pt x="0" y="0"/>
                </a:moveTo>
                <a:lnTo>
                  <a:pt x="3291905" y="0"/>
                </a:lnTo>
                <a:lnTo>
                  <a:pt x="3291905" y="2566543"/>
                </a:lnTo>
                <a:lnTo>
                  <a:pt x="0" y="25665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3633" t="-100029" r="-182798" b="-53635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651396" y="7166112"/>
            <a:ext cx="4838702" cy="2566543"/>
          </a:xfrm>
          <a:custGeom>
            <a:avLst/>
            <a:gdLst/>
            <a:ahLst/>
            <a:cxnLst/>
            <a:rect l="l" t="t" r="r" b="b"/>
            <a:pathLst>
              <a:path w="4838702" h="2566543">
                <a:moveTo>
                  <a:pt x="0" y="0"/>
                </a:moveTo>
                <a:lnTo>
                  <a:pt x="4838703" y="0"/>
                </a:lnTo>
                <a:lnTo>
                  <a:pt x="4838703" y="2566543"/>
                </a:lnTo>
                <a:lnTo>
                  <a:pt x="0" y="25665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2238" t="-103655" r="-89466" b="-45797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3056887" y="7166112"/>
            <a:ext cx="4788031" cy="2566543"/>
          </a:xfrm>
          <a:custGeom>
            <a:avLst/>
            <a:gdLst/>
            <a:ahLst/>
            <a:cxnLst/>
            <a:rect l="l" t="t" r="r" b="b"/>
            <a:pathLst>
              <a:path w="4788031" h="2566543">
                <a:moveTo>
                  <a:pt x="0" y="0"/>
                </a:moveTo>
                <a:lnTo>
                  <a:pt x="4788032" y="0"/>
                </a:lnTo>
                <a:lnTo>
                  <a:pt x="4788032" y="2566543"/>
                </a:lnTo>
                <a:lnTo>
                  <a:pt x="0" y="25665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2689" t="-104758" r="-90658" b="-43999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14773" y="6068211"/>
            <a:ext cx="3445306" cy="840726"/>
          </a:xfrm>
          <a:custGeom>
            <a:avLst/>
            <a:gdLst/>
            <a:ahLst/>
            <a:cxnLst/>
            <a:rect l="l" t="t" r="r" b="b"/>
            <a:pathLst>
              <a:path w="3445306" h="840726">
                <a:moveTo>
                  <a:pt x="0" y="0"/>
                </a:moveTo>
                <a:lnTo>
                  <a:pt x="3445306" y="0"/>
                </a:lnTo>
                <a:lnTo>
                  <a:pt x="3445306" y="840726"/>
                </a:lnTo>
                <a:lnTo>
                  <a:pt x="0" y="84072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797876" y="461928"/>
            <a:ext cx="15083992" cy="1019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en-US" sz="5999" b="1" u="none" strike="noStrike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Pasantías disponibles en esas empresas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23118" y="2301688"/>
            <a:ext cx="3387712" cy="1006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7"/>
              </a:lnSpc>
            </a:pPr>
            <a:r>
              <a:rPr lang="en-US" sz="3626">
                <a:solidFill>
                  <a:srgbClr val="C8F5FF"/>
                </a:solidFill>
                <a:latin typeface="TAN Nimbus"/>
                <a:ea typeface="TAN Nimbus"/>
                <a:cs typeface="TAN Nimbus"/>
                <a:sym typeface="TAN Nimbus"/>
              </a:rPr>
              <a:t>Guadrón Quijano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029779" y="2301688"/>
            <a:ext cx="3796844" cy="1006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7"/>
              </a:lnSpc>
            </a:pPr>
            <a:r>
              <a:rPr lang="en-US" sz="3626">
                <a:solidFill>
                  <a:srgbClr val="C8F5FF"/>
                </a:solidFill>
                <a:latin typeface="TAN Nimbus"/>
                <a:ea typeface="TAN Nimbus"/>
                <a:cs typeface="TAN Nimbus"/>
                <a:sym typeface="TAN Nimbus"/>
              </a:rPr>
              <a:t>Empaques y Sabores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469289" y="2548917"/>
            <a:ext cx="3781108" cy="511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7"/>
              </a:lnSpc>
            </a:pPr>
            <a:r>
              <a:rPr lang="en-US" sz="3626">
                <a:solidFill>
                  <a:srgbClr val="C8F5FF"/>
                </a:solidFill>
                <a:latin typeface="TAN Nimbus"/>
                <a:ea typeface="TAN Nimbus"/>
                <a:cs typeface="TAN Nimbus"/>
                <a:sym typeface="TAN Nimbus"/>
              </a:rPr>
              <a:t>Omniservice</a:t>
            </a:r>
          </a:p>
        </p:txBody>
      </p:sp>
      <p:sp>
        <p:nvSpPr>
          <p:cNvPr id="17" name="Freeform 17"/>
          <p:cNvSpPr/>
          <p:nvPr/>
        </p:nvSpPr>
        <p:spPr>
          <a:xfrm>
            <a:off x="7307420" y="6068211"/>
            <a:ext cx="3445306" cy="840726"/>
          </a:xfrm>
          <a:custGeom>
            <a:avLst/>
            <a:gdLst/>
            <a:ahLst/>
            <a:cxnLst/>
            <a:rect l="l" t="t" r="r" b="b"/>
            <a:pathLst>
              <a:path w="3445306" h="840726">
                <a:moveTo>
                  <a:pt x="0" y="0"/>
                </a:moveTo>
                <a:lnTo>
                  <a:pt x="3445306" y="0"/>
                </a:lnTo>
                <a:lnTo>
                  <a:pt x="3445306" y="840726"/>
                </a:lnTo>
                <a:lnTo>
                  <a:pt x="0" y="84072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3571161" y="6068211"/>
            <a:ext cx="3445306" cy="840726"/>
          </a:xfrm>
          <a:custGeom>
            <a:avLst/>
            <a:gdLst/>
            <a:ahLst/>
            <a:cxnLst/>
            <a:rect l="l" t="t" r="r" b="b"/>
            <a:pathLst>
              <a:path w="3445306" h="840726">
                <a:moveTo>
                  <a:pt x="0" y="0"/>
                </a:moveTo>
                <a:lnTo>
                  <a:pt x="3445306" y="0"/>
                </a:lnTo>
                <a:lnTo>
                  <a:pt x="3445306" y="840726"/>
                </a:lnTo>
                <a:lnTo>
                  <a:pt x="0" y="84072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995646" y="5992011"/>
            <a:ext cx="3283560" cy="622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87"/>
              </a:lnSpc>
            </a:pPr>
            <a:r>
              <a:rPr lang="en-US" sz="3633" b="1">
                <a:solidFill>
                  <a:srgbClr val="104378"/>
                </a:solidFill>
                <a:latin typeface="Play Bold"/>
                <a:ea typeface="Play Bold"/>
                <a:cs typeface="Play Bold"/>
                <a:sym typeface="Play Bold"/>
              </a:rPr>
              <a:t>Requisitos: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43063" y="5992011"/>
            <a:ext cx="3283560" cy="622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87"/>
              </a:lnSpc>
            </a:pPr>
            <a:r>
              <a:rPr lang="en-US" sz="3633" b="1">
                <a:solidFill>
                  <a:srgbClr val="104378"/>
                </a:solidFill>
                <a:latin typeface="Play Bold"/>
                <a:ea typeface="Play Bold"/>
                <a:cs typeface="Play Bold"/>
                <a:sym typeface="Play Bold"/>
              </a:rPr>
              <a:t>Requisitos: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718063" y="5992011"/>
            <a:ext cx="3283560" cy="622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87"/>
              </a:lnSpc>
            </a:pPr>
            <a:r>
              <a:rPr lang="en-US" sz="3633" b="1">
                <a:solidFill>
                  <a:srgbClr val="104378"/>
                </a:solidFill>
                <a:latin typeface="Play Bold"/>
                <a:ea typeface="Play Bold"/>
                <a:cs typeface="Play Bold"/>
                <a:sym typeface="Play Bold"/>
              </a:rPr>
              <a:t>Requisitos:</a:t>
            </a:r>
          </a:p>
        </p:txBody>
      </p:sp>
      <p:sp>
        <p:nvSpPr>
          <p:cNvPr id="22" name="Freeform 22">
            <a:hlinkClick r:id="rId11" action="ppaction://hlinksldjump"/>
          </p:cNvPr>
          <p:cNvSpPr/>
          <p:nvPr/>
        </p:nvSpPr>
        <p:spPr>
          <a:xfrm flipH="1">
            <a:off x="85083" y="197587"/>
            <a:ext cx="1894274" cy="831113"/>
          </a:xfrm>
          <a:custGeom>
            <a:avLst/>
            <a:gdLst/>
            <a:ahLst/>
            <a:cxnLst/>
            <a:rect l="l" t="t" r="r" b="b"/>
            <a:pathLst>
              <a:path w="1894274" h="831113">
                <a:moveTo>
                  <a:pt x="1894274" y="0"/>
                </a:moveTo>
                <a:lnTo>
                  <a:pt x="0" y="0"/>
                </a:lnTo>
                <a:lnTo>
                  <a:pt x="0" y="831113"/>
                </a:lnTo>
                <a:lnTo>
                  <a:pt x="1894274" y="831113"/>
                </a:lnTo>
                <a:lnTo>
                  <a:pt x="1894274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76173">
            <a:off x="-867653" y="8618608"/>
            <a:ext cx="18750609" cy="4299888"/>
          </a:xfrm>
          <a:custGeom>
            <a:avLst/>
            <a:gdLst/>
            <a:ahLst/>
            <a:cxnLst/>
            <a:rect l="l" t="t" r="r" b="b"/>
            <a:pathLst>
              <a:path w="18750609" h="4299888">
                <a:moveTo>
                  <a:pt x="0" y="0"/>
                </a:moveTo>
                <a:lnTo>
                  <a:pt x="18750609" y="0"/>
                </a:lnTo>
                <a:lnTo>
                  <a:pt x="18750609" y="4299888"/>
                </a:lnTo>
                <a:lnTo>
                  <a:pt x="0" y="42998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2000" r="-96827" b="-1203106"/>
            </a:stretch>
          </a:blipFill>
        </p:spPr>
      </p:sp>
      <p:sp>
        <p:nvSpPr>
          <p:cNvPr id="4" name="Freeform 4"/>
          <p:cNvSpPr/>
          <p:nvPr/>
        </p:nvSpPr>
        <p:spPr>
          <a:xfrm rot="-785528" flipH="1">
            <a:off x="4622361" y="9036197"/>
            <a:ext cx="1641997" cy="371502"/>
          </a:xfrm>
          <a:custGeom>
            <a:avLst/>
            <a:gdLst/>
            <a:ahLst/>
            <a:cxnLst/>
            <a:rect l="l" t="t" r="r" b="b"/>
            <a:pathLst>
              <a:path w="1641997" h="371502">
                <a:moveTo>
                  <a:pt x="1641997" y="0"/>
                </a:moveTo>
                <a:lnTo>
                  <a:pt x="0" y="0"/>
                </a:lnTo>
                <a:lnTo>
                  <a:pt x="0" y="371502"/>
                </a:lnTo>
                <a:lnTo>
                  <a:pt x="1641997" y="371502"/>
                </a:lnTo>
                <a:lnTo>
                  <a:pt x="1641997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35003">
            <a:off x="14150990" y="9223804"/>
            <a:ext cx="1980881" cy="664147"/>
          </a:xfrm>
          <a:custGeom>
            <a:avLst/>
            <a:gdLst/>
            <a:ahLst/>
            <a:cxnLst/>
            <a:rect l="l" t="t" r="r" b="b"/>
            <a:pathLst>
              <a:path w="1980881" h="664147">
                <a:moveTo>
                  <a:pt x="0" y="0"/>
                </a:moveTo>
                <a:lnTo>
                  <a:pt x="1980880" y="0"/>
                </a:lnTo>
                <a:lnTo>
                  <a:pt x="1980880" y="664147"/>
                </a:lnTo>
                <a:lnTo>
                  <a:pt x="0" y="6641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4094" r="-24094"/>
            </a:stretch>
          </a:blipFill>
        </p:spPr>
      </p:sp>
      <p:sp>
        <p:nvSpPr>
          <p:cNvPr id="6" name="Freeform 6"/>
          <p:cNvSpPr/>
          <p:nvPr/>
        </p:nvSpPr>
        <p:spPr>
          <a:xfrm rot="29985" flipH="1" flipV="1">
            <a:off x="9906334" y="10284980"/>
            <a:ext cx="3409294" cy="771353"/>
          </a:xfrm>
          <a:custGeom>
            <a:avLst/>
            <a:gdLst/>
            <a:ahLst/>
            <a:cxnLst/>
            <a:rect l="l" t="t" r="r" b="b"/>
            <a:pathLst>
              <a:path w="3409294" h="771353">
                <a:moveTo>
                  <a:pt x="3409294" y="771353"/>
                </a:moveTo>
                <a:lnTo>
                  <a:pt x="0" y="771353"/>
                </a:lnTo>
                <a:lnTo>
                  <a:pt x="0" y="0"/>
                </a:lnTo>
                <a:lnTo>
                  <a:pt x="3409294" y="0"/>
                </a:lnTo>
                <a:lnTo>
                  <a:pt x="3409294" y="771353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4582254">
            <a:off x="372951" y="9433211"/>
            <a:ext cx="1839358" cy="3085769"/>
          </a:xfrm>
          <a:custGeom>
            <a:avLst/>
            <a:gdLst/>
            <a:ahLst/>
            <a:cxnLst/>
            <a:rect l="l" t="t" r="r" b="b"/>
            <a:pathLst>
              <a:path w="1839358" h="3085769">
                <a:moveTo>
                  <a:pt x="0" y="0"/>
                </a:moveTo>
                <a:lnTo>
                  <a:pt x="1839358" y="0"/>
                </a:lnTo>
                <a:lnTo>
                  <a:pt x="1839358" y="3085769"/>
                </a:lnTo>
                <a:lnTo>
                  <a:pt x="0" y="3085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2913" t="-32250" r="-456244" b="-86436"/>
            </a:stretch>
          </a:blipFill>
        </p:spPr>
      </p:sp>
      <p:sp>
        <p:nvSpPr>
          <p:cNvPr id="8" name="Freeform 8"/>
          <p:cNvSpPr/>
          <p:nvPr/>
        </p:nvSpPr>
        <p:spPr>
          <a:xfrm rot="-3352254">
            <a:off x="6316837" y="7764496"/>
            <a:ext cx="1839358" cy="3085769"/>
          </a:xfrm>
          <a:custGeom>
            <a:avLst/>
            <a:gdLst/>
            <a:ahLst/>
            <a:cxnLst/>
            <a:rect l="l" t="t" r="r" b="b"/>
            <a:pathLst>
              <a:path w="1839358" h="3085769">
                <a:moveTo>
                  <a:pt x="0" y="0"/>
                </a:moveTo>
                <a:lnTo>
                  <a:pt x="1839358" y="0"/>
                </a:lnTo>
                <a:lnTo>
                  <a:pt x="1839358" y="3085769"/>
                </a:lnTo>
                <a:lnTo>
                  <a:pt x="0" y="3085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2913" t="-32250" r="-456244" b="-86436"/>
            </a:stretch>
          </a:blipFill>
        </p:spPr>
      </p:sp>
      <p:sp>
        <p:nvSpPr>
          <p:cNvPr id="9" name="Freeform 9"/>
          <p:cNvSpPr/>
          <p:nvPr/>
        </p:nvSpPr>
        <p:spPr>
          <a:xfrm rot="-5737372">
            <a:off x="12530987" y="8266493"/>
            <a:ext cx="1849320" cy="3188012"/>
          </a:xfrm>
          <a:custGeom>
            <a:avLst/>
            <a:gdLst/>
            <a:ahLst/>
            <a:cxnLst/>
            <a:rect l="l" t="t" r="r" b="b"/>
            <a:pathLst>
              <a:path w="1849320" h="3188012">
                <a:moveTo>
                  <a:pt x="0" y="0"/>
                </a:moveTo>
                <a:lnTo>
                  <a:pt x="1849321" y="0"/>
                </a:lnTo>
                <a:lnTo>
                  <a:pt x="1849321" y="3188012"/>
                </a:lnTo>
                <a:lnTo>
                  <a:pt x="0" y="31880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3674" t="-30318" r="-458140" b="-83092"/>
            </a:stretch>
          </a:blipFill>
        </p:spPr>
      </p:sp>
      <p:sp>
        <p:nvSpPr>
          <p:cNvPr id="10" name="Freeform 10"/>
          <p:cNvSpPr/>
          <p:nvPr/>
        </p:nvSpPr>
        <p:spPr>
          <a:xfrm rot="-135003">
            <a:off x="7960777" y="9627471"/>
            <a:ext cx="1980881" cy="664147"/>
          </a:xfrm>
          <a:custGeom>
            <a:avLst/>
            <a:gdLst/>
            <a:ahLst/>
            <a:cxnLst/>
            <a:rect l="l" t="t" r="r" b="b"/>
            <a:pathLst>
              <a:path w="1980881" h="664147">
                <a:moveTo>
                  <a:pt x="0" y="0"/>
                </a:moveTo>
                <a:lnTo>
                  <a:pt x="1980881" y="0"/>
                </a:lnTo>
                <a:lnTo>
                  <a:pt x="1980881" y="664147"/>
                </a:lnTo>
                <a:lnTo>
                  <a:pt x="0" y="6641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4094" r="-24094"/>
            </a:stretch>
          </a:blipFill>
        </p:spPr>
      </p:sp>
      <p:sp>
        <p:nvSpPr>
          <p:cNvPr id="11" name="Freeform 11"/>
          <p:cNvSpPr/>
          <p:nvPr/>
        </p:nvSpPr>
        <p:spPr>
          <a:xfrm rot="-3050727">
            <a:off x="9584606" y="8617061"/>
            <a:ext cx="1837874" cy="3120681"/>
          </a:xfrm>
          <a:custGeom>
            <a:avLst/>
            <a:gdLst/>
            <a:ahLst/>
            <a:cxnLst/>
            <a:rect l="l" t="t" r="r" b="b"/>
            <a:pathLst>
              <a:path w="1837874" h="3120681">
                <a:moveTo>
                  <a:pt x="0" y="0"/>
                </a:moveTo>
                <a:lnTo>
                  <a:pt x="1837873" y="0"/>
                </a:lnTo>
                <a:lnTo>
                  <a:pt x="1837873" y="3120681"/>
                </a:lnTo>
                <a:lnTo>
                  <a:pt x="0" y="31206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0593" t="-30962" r="-453963" b="-84068"/>
            </a:stretch>
          </a:blipFill>
        </p:spPr>
      </p:sp>
      <p:sp>
        <p:nvSpPr>
          <p:cNvPr id="12" name="Freeform 12"/>
          <p:cNvSpPr/>
          <p:nvPr/>
        </p:nvSpPr>
        <p:spPr>
          <a:xfrm rot="-5541612">
            <a:off x="2992243" y="8000338"/>
            <a:ext cx="1854445" cy="3111079"/>
          </a:xfrm>
          <a:custGeom>
            <a:avLst/>
            <a:gdLst/>
            <a:ahLst/>
            <a:cxnLst/>
            <a:rect l="l" t="t" r="r" b="b"/>
            <a:pathLst>
              <a:path w="1854445" h="3111079">
                <a:moveTo>
                  <a:pt x="0" y="0"/>
                </a:moveTo>
                <a:lnTo>
                  <a:pt x="1854445" y="0"/>
                </a:lnTo>
                <a:lnTo>
                  <a:pt x="1854445" y="3111079"/>
                </a:lnTo>
                <a:lnTo>
                  <a:pt x="0" y="31110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2913" t="-32250" r="-456244" b="-86436"/>
            </a:stretch>
          </a:blipFill>
        </p:spPr>
      </p:sp>
      <p:sp>
        <p:nvSpPr>
          <p:cNvPr id="13" name="Freeform 13"/>
          <p:cNvSpPr/>
          <p:nvPr/>
        </p:nvSpPr>
        <p:spPr>
          <a:xfrm rot="-3162241">
            <a:off x="15753410" y="8177748"/>
            <a:ext cx="1865855" cy="3085769"/>
          </a:xfrm>
          <a:custGeom>
            <a:avLst/>
            <a:gdLst/>
            <a:ahLst/>
            <a:cxnLst/>
            <a:rect l="l" t="t" r="r" b="b"/>
            <a:pathLst>
              <a:path w="1865855" h="3085769">
                <a:moveTo>
                  <a:pt x="0" y="0"/>
                </a:moveTo>
                <a:lnTo>
                  <a:pt x="1865855" y="0"/>
                </a:lnTo>
                <a:lnTo>
                  <a:pt x="1865855" y="3085769"/>
                </a:lnTo>
                <a:lnTo>
                  <a:pt x="0" y="3085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95771" t="-32250" r="-449765" b="-86436"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14893657" y="8163238"/>
            <a:ext cx="247773" cy="1284056"/>
            <a:chOff x="0" y="0"/>
            <a:chExt cx="330364" cy="1712074"/>
          </a:xfrm>
        </p:grpSpPr>
        <p:sp>
          <p:nvSpPr>
            <p:cNvPr id="15" name="AutoShape 15"/>
            <p:cNvSpPr/>
            <p:nvPr/>
          </p:nvSpPr>
          <p:spPr>
            <a:xfrm rot="-5416219">
              <a:off x="-536161" y="961746"/>
              <a:ext cx="1402686" cy="0"/>
            </a:xfrm>
            <a:prstGeom prst="line">
              <a:avLst/>
            </a:prstGeom>
            <a:ln w="24166" cap="flat">
              <a:solidFill>
                <a:srgbClr val="1EFFFF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6" name="Group 16"/>
            <p:cNvGrpSpPr/>
            <p:nvPr/>
          </p:nvGrpSpPr>
          <p:grpSpPr>
            <a:xfrm rot="-16219">
              <a:off x="97355" y="1638573"/>
              <a:ext cx="135654" cy="73182"/>
              <a:chOff x="0" y="0"/>
              <a:chExt cx="812800" cy="438483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43848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38483">
                    <a:moveTo>
                      <a:pt x="406400" y="0"/>
                    </a:moveTo>
                    <a:cubicBezTo>
                      <a:pt x="181951" y="0"/>
                      <a:pt x="0" y="98158"/>
                      <a:pt x="0" y="219241"/>
                    </a:cubicBezTo>
                    <a:cubicBezTo>
                      <a:pt x="0" y="340325"/>
                      <a:pt x="181951" y="438483"/>
                      <a:pt x="406400" y="438483"/>
                    </a:cubicBezTo>
                    <a:cubicBezTo>
                      <a:pt x="630849" y="438483"/>
                      <a:pt x="812800" y="340325"/>
                      <a:pt x="812800" y="219241"/>
                    </a:cubicBezTo>
                    <a:cubicBezTo>
                      <a:pt x="812800" y="98158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EFFFF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6200" y="3008"/>
                <a:ext cx="660400" cy="394367"/>
              </a:xfrm>
              <a:prstGeom prst="rect">
                <a:avLst/>
              </a:prstGeom>
            </p:spPr>
            <p:txBody>
              <a:bodyPr lIns="77222" tIns="77222" rIns="77222" bIns="77222" rtlCol="0" anchor="ctr"/>
              <a:lstStyle/>
              <a:p>
                <a:pPr algn="ctr">
                  <a:lnSpc>
                    <a:spcPts val="2141"/>
                  </a:lnSpc>
                </a:pPr>
                <a:endParaRPr/>
              </a:p>
            </p:txBody>
          </p:sp>
        </p:grpSp>
        <p:sp>
          <p:nvSpPr>
            <p:cNvPr id="19" name="Freeform 19"/>
            <p:cNvSpPr/>
            <p:nvPr/>
          </p:nvSpPr>
          <p:spPr>
            <a:xfrm rot="-7322834">
              <a:off x="45331" y="45331"/>
              <a:ext cx="239702" cy="239702"/>
            </a:xfrm>
            <a:custGeom>
              <a:avLst/>
              <a:gdLst/>
              <a:ahLst/>
              <a:cxnLst/>
              <a:rect l="l" t="t" r="r" b="b"/>
              <a:pathLst>
                <a:path w="239702" h="239702">
                  <a:moveTo>
                    <a:pt x="0" y="0"/>
                  </a:moveTo>
                  <a:lnTo>
                    <a:pt x="239702" y="0"/>
                  </a:lnTo>
                  <a:lnTo>
                    <a:pt x="239702" y="239702"/>
                  </a:lnTo>
                  <a:lnTo>
                    <a:pt x="0" y="239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7016632" y="3013659"/>
            <a:ext cx="4254735" cy="4254735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2071970" y="304435"/>
            <a:ext cx="14681364" cy="1019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en-US" sz="5999" b="1" u="none" strike="noStrike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Habilidades requeridas en las pasantías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919595" y="2119942"/>
            <a:ext cx="3537113" cy="1302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47"/>
              </a:lnSpc>
            </a:pPr>
            <a:r>
              <a:rPr lang="en-US" sz="5703">
                <a:solidFill>
                  <a:srgbClr val="C8F5FF"/>
                </a:solidFill>
                <a:latin typeface="Maragsa"/>
                <a:ea typeface="Maragsa"/>
                <a:cs typeface="Maragsa"/>
                <a:sym typeface="Maragsa"/>
              </a:rPr>
              <a:t>Habilidades</a:t>
            </a:r>
          </a:p>
          <a:p>
            <a:pPr algn="ctr">
              <a:lnSpc>
                <a:spcPts val="4847"/>
              </a:lnSpc>
            </a:pPr>
            <a:r>
              <a:rPr lang="en-US" sz="5703">
                <a:solidFill>
                  <a:srgbClr val="C8F5FF"/>
                </a:solidFill>
                <a:latin typeface="Maragsa"/>
                <a:ea typeface="Maragsa"/>
                <a:cs typeface="Maragsa"/>
                <a:sym typeface="Maragsa"/>
              </a:rPr>
              <a:t>duras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963755" y="2119942"/>
            <a:ext cx="3537113" cy="1302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47"/>
              </a:lnSpc>
            </a:pPr>
            <a:r>
              <a:rPr lang="en-US" sz="5703">
                <a:solidFill>
                  <a:srgbClr val="C8F5FF"/>
                </a:solidFill>
                <a:latin typeface="Maragsa"/>
                <a:ea typeface="Maragsa"/>
                <a:cs typeface="Maragsa"/>
                <a:sym typeface="Maragsa"/>
              </a:rPr>
              <a:t>Habilidades</a:t>
            </a:r>
          </a:p>
          <a:p>
            <a:pPr algn="ctr">
              <a:lnSpc>
                <a:spcPts val="4847"/>
              </a:lnSpc>
            </a:pPr>
            <a:r>
              <a:rPr lang="en-US" sz="5703">
                <a:solidFill>
                  <a:srgbClr val="C8F5FF"/>
                </a:solidFill>
                <a:latin typeface="Maragsa"/>
                <a:ea typeface="Maragsa"/>
                <a:cs typeface="Maragsa"/>
                <a:sym typeface="Maragsa"/>
              </a:rPr>
              <a:t>duras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874772" y="3584556"/>
            <a:ext cx="5626759" cy="1316285"/>
            <a:chOff x="0" y="0"/>
            <a:chExt cx="1481945" cy="34667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481945" cy="346676"/>
            </a:xfrm>
            <a:custGeom>
              <a:avLst/>
              <a:gdLst/>
              <a:ahLst/>
              <a:cxnLst/>
              <a:rect l="l" t="t" r="r" b="b"/>
              <a:pathLst>
                <a:path w="1481945" h="346676">
                  <a:moveTo>
                    <a:pt x="20639" y="0"/>
                  </a:moveTo>
                  <a:lnTo>
                    <a:pt x="1461306" y="0"/>
                  </a:lnTo>
                  <a:cubicBezTo>
                    <a:pt x="1472705" y="0"/>
                    <a:pt x="1481945" y="9240"/>
                    <a:pt x="1481945" y="20639"/>
                  </a:cubicBezTo>
                  <a:lnTo>
                    <a:pt x="1481945" y="326037"/>
                  </a:lnTo>
                  <a:cubicBezTo>
                    <a:pt x="1481945" y="331511"/>
                    <a:pt x="1479771" y="336760"/>
                    <a:pt x="1475900" y="340631"/>
                  </a:cubicBezTo>
                  <a:cubicBezTo>
                    <a:pt x="1472030" y="344501"/>
                    <a:pt x="1466780" y="346676"/>
                    <a:pt x="1461306" y="346676"/>
                  </a:cubicBezTo>
                  <a:lnTo>
                    <a:pt x="20639" y="346676"/>
                  </a:lnTo>
                  <a:cubicBezTo>
                    <a:pt x="15165" y="346676"/>
                    <a:pt x="9915" y="344501"/>
                    <a:pt x="6045" y="340631"/>
                  </a:cubicBezTo>
                  <a:cubicBezTo>
                    <a:pt x="2174" y="336760"/>
                    <a:pt x="0" y="331511"/>
                    <a:pt x="0" y="326037"/>
                  </a:cubicBezTo>
                  <a:lnTo>
                    <a:pt x="0" y="20639"/>
                  </a:lnTo>
                  <a:cubicBezTo>
                    <a:pt x="0" y="15165"/>
                    <a:pt x="2174" y="9915"/>
                    <a:pt x="6045" y="6045"/>
                  </a:cubicBezTo>
                  <a:cubicBezTo>
                    <a:pt x="9915" y="2174"/>
                    <a:pt x="15165" y="0"/>
                    <a:pt x="20639" y="0"/>
                  </a:cubicBezTo>
                  <a:close/>
                </a:path>
              </a:pathLst>
            </a:custGeom>
            <a:solidFill>
              <a:srgbClr val="386CB4">
                <a:alpha val="87843"/>
              </a:srgbClr>
            </a:solidFill>
            <a:ln w="19050" cap="sq">
              <a:solidFill>
                <a:srgbClr val="6AB7E4">
                  <a:alpha val="87843"/>
                </a:srgbClr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1481945" cy="3943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6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74772" y="5143500"/>
            <a:ext cx="5626759" cy="1316285"/>
            <a:chOff x="0" y="0"/>
            <a:chExt cx="1481945" cy="34667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481945" cy="346676"/>
            </a:xfrm>
            <a:custGeom>
              <a:avLst/>
              <a:gdLst/>
              <a:ahLst/>
              <a:cxnLst/>
              <a:rect l="l" t="t" r="r" b="b"/>
              <a:pathLst>
                <a:path w="1481945" h="346676">
                  <a:moveTo>
                    <a:pt x="20639" y="0"/>
                  </a:moveTo>
                  <a:lnTo>
                    <a:pt x="1461306" y="0"/>
                  </a:lnTo>
                  <a:cubicBezTo>
                    <a:pt x="1472705" y="0"/>
                    <a:pt x="1481945" y="9240"/>
                    <a:pt x="1481945" y="20639"/>
                  </a:cubicBezTo>
                  <a:lnTo>
                    <a:pt x="1481945" y="326037"/>
                  </a:lnTo>
                  <a:cubicBezTo>
                    <a:pt x="1481945" y="331511"/>
                    <a:pt x="1479771" y="336760"/>
                    <a:pt x="1475900" y="340631"/>
                  </a:cubicBezTo>
                  <a:cubicBezTo>
                    <a:pt x="1472030" y="344501"/>
                    <a:pt x="1466780" y="346676"/>
                    <a:pt x="1461306" y="346676"/>
                  </a:cubicBezTo>
                  <a:lnTo>
                    <a:pt x="20639" y="346676"/>
                  </a:lnTo>
                  <a:cubicBezTo>
                    <a:pt x="15165" y="346676"/>
                    <a:pt x="9915" y="344501"/>
                    <a:pt x="6045" y="340631"/>
                  </a:cubicBezTo>
                  <a:cubicBezTo>
                    <a:pt x="2174" y="336760"/>
                    <a:pt x="0" y="331511"/>
                    <a:pt x="0" y="326037"/>
                  </a:cubicBezTo>
                  <a:lnTo>
                    <a:pt x="0" y="20639"/>
                  </a:lnTo>
                  <a:cubicBezTo>
                    <a:pt x="0" y="15165"/>
                    <a:pt x="2174" y="9915"/>
                    <a:pt x="6045" y="6045"/>
                  </a:cubicBezTo>
                  <a:cubicBezTo>
                    <a:pt x="9915" y="2174"/>
                    <a:pt x="15165" y="0"/>
                    <a:pt x="20639" y="0"/>
                  </a:cubicBezTo>
                  <a:close/>
                </a:path>
              </a:pathLst>
            </a:custGeom>
            <a:solidFill>
              <a:srgbClr val="386CB4">
                <a:alpha val="87843"/>
              </a:srgbClr>
            </a:solidFill>
            <a:ln w="19050" cap="sq">
              <a:solidFill>
                <a:srgbClr val="6AB7E4">
                  <a:alpha val="87843"/>
                </a:srgbClr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1481945" cy="3943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6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74772" y="6697910"/>
            <a:ext cx="5626759" cy="1316285"/>
            <a:chOff x="0" y="0"/>
            <a:chExt cx="1481945" cy="34667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481945" cy="346676"/>
            </a:xfrm>
            <a:custGeom>
              <a:avLst/>
              <a:gdLst/>
              <a:ahLst/>
              <a:cxnLst/>
              <a:rect l="l" t="t" r="r" b="b"/>
              <a:pathLst>
                <a:path w="1481945" h="346676">
                  <a:moveTo>
                    <a:pt x="20639" y="0"/>
                  </a:moveTo>
                  <a:lnTo>
                    <a:pt x="1461306" y="0"/>
                  </a:lnTo>
                  <a:cubicBezTo>
                    <a:pt x="1472705" y="0"/>
                    <a:pt x="1481945" y="9240"/>
                    <a:pt x="1481945" y="20639"/>
                  </a:cubicBezTo>
                  <a:lnTo>
                    <a:pt x="1481945" y="326037"/>
                  </a:lnTo>
                  <a:cubicBezTo>
                    <a:pt x="1481945" y="331511"/>
                    <a:pt x="1479771" y="336760"/>
                    <a:pt x="1475900" y="340631"/>
                  </a:cubicBezTo>
                  <a:cubicBezTo>
                    <a:pt x="1472030" y="344501"/>
                    <a:pt x="1466780" y="346676"/>
                    <a:pt x="1461306" y="346676"/>
                  </a:cubicBezTo>
                  <a:lnTo>
                    <a:pt x="20639" y="346676"/>
                  </a:lnTo>
                  <a:cubicBezTo>
                    <a:pt x="15165" y="346676"/>
                    <a:pt x="9915" y="344501"/>
                    <a:pt x="6045" y="340631"/>
                  </a:cubicBezTo>
                  <a:cubicBezTo>
                    <a:pt x="2174" y="336760"/>
                    <a:pt x="0" y="331511"/>
                    <a:pt x="0" y="326037"/>
                  </a:cubicBezTo>
                  <a:lnTo>
                    <a:pt x="0" y="20639"/>
                  </a:lnTo>
                  <a:cubicBezTo>
                    <a:pt x="0" y="15165"/>
                    <a:pt x="2174" y="9915"/>
                    <a:pt x="6045" y="6045"/>
                  </a:cubicBezTo>
                  <a:cubicBezTo>
                    <a:pt x="9915" y="2174"/>
                    <a:pt x="15165" y="0"/>
                    <a:pt x="20639" y="0"/>
                  </a:cubicBezTo>
                  <a:close/>
                </a:path>
              </a:pathLst>
            </a:custGeom>
            <a:solidFill>
              <a:srgbClr val="386CB4">
                <a:alpha val="87843"/>
              </a:srgbClr>
            </a:solidFill>
            <a:ln w="19050" cap="sq">
              <a:solidFill>
                <a:srgbClr val="6AB7E4">
                  <a:alpha val="87843"/>
                </a:srgbClr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-47625"/>
              <a:ext cx="1481945" cy="3943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6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918931" y="3582084"/>
            <a:ext cx="5626759" cy="1316285"/>
            <a:chOff x="0" y="0"/>
            <a:chExt cx="1481945" cy="34667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481945" cy="346676"/>
            </a:xfrm>
            <a:custGeom>
              <a:avLst/>
              <a:gdLst/>
              <a:ahLst/>
              <a:cxnLst/>
              <a:rect l="l" t="t" r="r" b="b"/>
              <a:pathLst>
                <a:path w="1481945" h="346676">
                  <a:moveTo>
                    <a:pt x="20639" y="0"/>
                  </a:moveTo>
                  <a:lnTo>
                    <a:pt x="1461306" y="0"/>
                  </a:lnTo>
                  <a:cubicBezTo>
                    <a:pt x="1472705" y="0"/>
                    <a:pt x="1481945" y="9240"/>
                    <a:pt x="1481945" y="20639"/>
                  </a:cubicBezTo>
                  <a:lnTo>
                    <a:pt x="1481945" y="326037"/>
                  </a:lnTo>
                  <a:cubicBezTo>
                    <a:pt x="1481945" y="331511"/>
                    <a:pt x="1479771" y="336760"/>
                    <a:pt x="1475900" y="340631"/>
                  </a:cubicBezTo>
                  <a:cubicBezTo>
                    <a:pt x="1472030" y="344501"/>
                    <a:pt x="1466780" y="346676"/>
                    <a:pt x="1461306" y="346676"/>
                  </a:cubicBezTo>
                  <a:lnTo>
                    <a:pt x="20639" y="346676"/>
                  </a:lnTo>
                  <a:cubicBezTo>
                    <a:pt x="15165" y="346676"/>
                    <a:pt x="9915" y="344501"/>
                    <a:pt x="6045" y="340631"/>
                  </a:cubicBezTo>
                  <a:cubicBezTo>
                    <a:pt x="2174" y="336760"/>
                    <a:pt x="0" y="331511"/>
                    <a:pt x="0" y="326037"/>
                  </a:cubicBezTo>
                  <a:lnTo>
                    <a:pt x="0" y="20639"/>
                  </a:lnTo>
                  <a:cubicBezTo>
                    <a:pt x="0" y="15165"/>
                    <a:pt x="2174" y="9915"/>
                    <a:pt x="6045" y="6045"/>
                  </a:cubicBezTo>
                  <a:cubicBezTo>
                    <a:pt x="9915" y="2174"/>
                    <a:pt x="15165" y="0"/>
                    <a:pt x="20639" y="0"/>
                  </a:cubicBezTo>
                  <a:close/>
                </a:path>
              </a:pathLst>
            </a:custGeom>
            <a:solidFill>
              <a:srgbClr val="386CB4">
                <a:alpha val="87843"/>
              </a:srgbClr>
            </a:solidFill>
            <a:ln w="19050" cap="sq">
              <a:solidFill>
                <a:srgbClr val="6AB7E4">
                  <a:alpha val="87843"/>
                </a:srgbClr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0" y="-47625"/>
              <a:ext cx="1481945" cy="3943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6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918931" y="5141027"/>
            <a:ext cx="5626759" cy="1316285"/>
            <a:chOff x="0" y="0"/>
            <a:chExt cx="1481945" cy="34667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481945" cy="346676"/>
            </a:xfrm>
            <a:custGeom>
              <a:avLst/>
              <a:gdLst/>
              <a:ahLst/>
              <a:cxnLst/>
              <a:rect l="l" t="t" r="r" b="b"/>
              <a:pathLst>
                <a:path w="1481945" h="346676">
                  <a:moveTo>
                    <a:pt x="20639" y="0"/>
                  </a:moveTo>
                  <a:lnTo>
                    <a:pt x="1461306" y="0"/>
                  </a:lnTo>
                  <a:cubicBezTo>
                    <a:pt x="1472705" y="0"/>
                    <a:pt x="1481945" y="9240"/>
                    <a:pt x="1481945" y="20639"/>
                  </a:cubicBezTo>
                  <a:lnTo>
                    <a:pt x="1481945" y="326037"/>
                  </a:lnTo>
                  <a:cubicBezTo>
                    <a:pt x="1481945" y="331511"/>
                    <a:pt x="1479771" y="336760"/>
                    <a:pt x="1475900" y="340631"/>
                  </a:cubicBezTo>
                  <a:cubicBezTo>
                    <a:pt x="1472030" y="344501"/>
                    <a:pt x="1466780" y="346676"/>
                    <a:pt x="1461306" y="346676"/>
                  </a:cubicBezTo>
                  <a:lnTo>
                    <a:pt x="20639" y="346676"/>
                  </a:lnTo>
                  <a:cubicBezTo>
                    <a:pt x="15165" y="346676"/>
                    <a:pt x="9915" y="344501"/>
                    <a:pt x="6045" y="340631"/>
                  </a:cubicBezTo>
                  <a:cubicBezTo>
                    <a:pt x="2174" y="336760"/>
                    <a:pt x="0" y="331511"/>
                    <a:pt x="0" y="326037"/>
                  </a:cubicBezTo>
                  <a:lnTo>
                    <a:pt x="0" y="20639"/>
                  </a:lnTo>
                  <a:cubicBezTo>
                    <a:pt x="0" y="15165"/>
                    <a:pt x="2174" y="9915"/>
                    <a:pt x="6045" y="6045"/>
                  </a:cubicBezTo>
                  <a:cubicBezTo>
                    <a:pt x="9915" y="2174"/>
                    <a:pt x="15165" y="0"/>
                    <a:pt x="20639" y="0"/>
                  </a:cubicBezTo>
                  <a:close/>
                </a:path>
              </a:pathLst>
            </a:custGeom>
            <a:solidFill>
              <a:srgbClr val="386CB4">
                <a:alpha val="87843"/>
              </a:srgbClr>
            </a:solidFill>
            <a:ln w="19050" cap="sq">
              <a:solidFill>
                <a:srgbClr val="6AB7E4">
                  <a:alpha val="87843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0" y="-47625"/>
              <a:ext cx="1481945" cy="3943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6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1918931" y="6695437"/>
            <a:ext cx="5626759" cy="1316285"/>
            <a:chOff x="0" y="0"/>
            <a:chExt cx="1481945" cy="346676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481945" cy="346676"/>
            </a:xfrm>
            <a:custGeom>
              <a:avLst/>
              <a:gdLst/>
              <a:ahLst/>
              <a:cxnLst/>
              <a:rect l="l" t="t" r="r" b="b"/>
              <a:pathLst>
                <a:path w="1481945" h="346676">
                  <a:moveTo>
                    <a:pt x="20639" y="0"/>
                  </a:moveTo>
                  <a:lnTo>
                    <a:pt x="1461306" y="0"/>
                  </a:lnTo>
                  <a:cubicBezTo>
                    <a:pt x="1472705" y="0"/>
                    <a:pt x="1481945" y="9240"/>
                    <a:pt x="1481945" y="20639"/>
                  </a:cubicBezTo>
                  <a:lnTo>
                    <a:pt x="1481945" y="326037"/>
                  </a:lnTo>
                  <a:cubicBezTo>
                    <a:pt x="1481945" y="331511"/>
                    <a:pt x="1479771" y="336760"/>
                    <a:pt x="1475900" y="340631"/>
                  </a:cubicBezTo>
                  <a:cubicBezTo>
                    <a:pt x="1472030" y="344501"/>
                    <a:pt x="1466780" y="346676"/>
                    <a:pt x="1461306" y="346676"/>
                  </a:cubicBezTo>
                  <a:lnTo>
                    <a:pt x="20639" y="346676"/>
                  </a:lnTo>
                  <a:cubicBezTo>
                    <a:pt x="15165" y="346676"/>
                    <a:pt x="9915" y="344501"/>
                    <a:pt x="6045" y="340631"/>
                  </a:cubicBezTo>
                  <a:cubicBezTo>
                    <a:pt x="2174" y="336760"/>
                    <a:pt x="0" y="331511"/>
                    <a:pt x="0" y="326037"/>
                  </a:cubicBezTo>
                  <a:lnTo>
                    <a:pt x="0" y="20639"/>
                  </a:lnTo>
                  <a:cubicBezTo>
                    <a:pt x="0" y="15165"/>
                    <a:pt x="2174" y="9915"/>
                    <a:pt x="6045" y="6045"/>
                  </a:cubicBezTo>
                  <a:cubicBezTo>
                    <a:pt x="9915" y="2174"/>
                    <a:pt x="15165" y="0"/>
                    <a:pt x="20639" y="0"/>
                  </a:cubicBezTo>
                  <a:close/>
                </a:path>
              </a:pathLst>
            </a:custGeom>
            <a:solidFill>
              <a:srgbClr val="386CB4">
                <a:alpha val="87843"/>
              </a:srgbClr>
            </a:solidFill>
            <a:ln w="19050" cap="sq">
              <a:solidFill>
                <a:srgbClr val="6AB7E4">
                  <a:alpha val="87843"/>
                </a:srgbClr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0" y="-47625"/>
              <a:ext cx="1481945" cy="3943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6"/>
                </a:lnSpc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1028700" y="3655106"/>
            <a:ext cx="5340232" cy="1118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Programación web: </a:t>
            </a:r>
            <a:r>
              <a:rPr lang="en-US" sz="21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Dominio de lenguajes como HTML, CSS, JavaScript, PHP, Node.js, React y Angular.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18036" y="5227448"/>
            <a:ext cx="5340232" cy="1489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Manejo de bases de datos: </a:t>
            </a:r>
            <a:r>
              <a:rPr lang="en-US" sz="21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Conocimiento en SQL, MySQL, MariaDB y consumo de APIs RESTful.</a:t>
            </a:r>
          </a:p>
          <a:p>
            <a:pPr algn="ctr">
              <a:lnSpc>
                <a:spcPts val="2940"/>
              </a:lnSpc>
            </a:pPr>
            <a:endParaRPr lang="en-US" sz="210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1007372" y="6799791"/>
            <a:ext cx="5340232" cy="1118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Diseño y usabilidad: </a:t>
            </a:r>
            <a:r>
              <a:rPr lang="en-US" sz="21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Aplicación de principios de UX/UI, responsive design y testing front-end.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2062195" y="3655106"/>
            <a:ext cx="5340232" cy="1489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Comunicación efectiva: </a:t>
            </a:r>
            <a:r>
              <a:rPr lang="en-US" sz="21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Capacidad para presentar proyectos técnicos y documentar procesos de manera clara.</a:t>
            </a:r>
          </a:p>
          <a:p>
            <a:pPr algn="ctr">
              <a:lnSpc>
                <a:spcPts val="2940"/>
              </a:lnSpc>
            </a:pPr>
            <a:endParaRPr lang="en-US" sz="210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12062195" y="5253550"/>
            <a:ext cx="5340232" cy="1118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Trabajo en equipo: </a:t>
            </a:r>
            <a:r>
              <a:rPr lang="en-US" sz="21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Colaboración en proyectos complejos y resolución de conflictos técnicos.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2062195" y="6768459"/>
            <a:ext cx="5340232" cy="1118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Pensamiento crítico: </a:t>
            </a:r>
            <a:r>
              <a:rPr lang="en-US" sz="21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Análisis de problemas complejos y toma de decisiones técnicas fundamentadas.</a:t>
            </a:r>
          </a:p>
        </p:txBody>
      </p:sp>
      <p:sp>
        <p:nvSpPr>
          <p:cNvPr id="49" name="Freeform 49">
            <a:hlinkClick r:id="rId9" action="ppaction://hlinksldjump"/>
          </p:cNvPr>
          <p:cNvSpPr/>
          <p:nvPr/>
        </p:nvSpPr>
        <p:spPr>
          <a:xfrm flipH="1">
            <a:off x="239022" y="224494"/>
            <a:ext cx="1832948" cy="804206"/>
          </a:xfrm>
          <a:custGeom>
            <a:avLst/>
            <a:gdLst/>
            <a:ahLst/>
            <a:cxnLst/>
            <a:rect l="l" t="t" r="r" b="b"/>
            <a:pathLst>
              <a:path w="1832948" h="804206">
                <a:moveTo>
                  <a:pt x="1832948" y="0"/>
                </a:moveTo>
                <a:lnTo>
                  <a:pt x="0" y="0"/>
                </a:lnTo>
                <a:lnTo>
                  <a:pt x="0" y="804206"/>
                </a:lnTo>
                <a:lnTo>
                  <a:pt x="1832948" y="804206"/>
                </a:lnTo>
                <a:lnTo>
                  <a:pt x="1832948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9656">
            <a:off x="12140" y="9161786"/>
            <a:ext cx="18750609" cy="4299888"/>
          </a:xfrm>
          <a:custGeom>
            <a:avLst/>
            <a:gdLst/>
            <a:ahLst/>
            <a:cxnLst/>
            <a:rect l="l" t="t" r="r" b="b"/>
            <a:pathLst>
              <a:path w="18750609" h="4299888">
                <a:moveTo>
                  <a:pt x="0" y="0"/>
                </a:moveTo>
                <a:lnTo>
                  <a:pt x="18750609" y="0"/>
                </a:lnTo>
                <a:lnTo>
                  <a:pt x="18750609" y="4299888"/>
                </a:lnTo>
                <a:lnTo>
                  <a:pt x="0" y="42998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2000" r="-96827" b="-1203106"/>
            </a:stretch>
          </a:blipFill>
        </p:spPr>
      </p:sp>
      <p:sp>
        <p:nvSpPr>
          <p:cNvPr id="4" name="Freeform 4"/>
          <p:cNvSpPr/>
          <p:nvPr/>
        </p:nvSpPr>
        <p:spPr>
          <a:xfrm rot="286502">
            <a:off x="1525542" y="10268497"/>
            <a:ext cx="3729534" cy="843807"/>
          </a:xfrm>
          <a:custGeom>
            <a:avLst/>
            <a:gdLst/>
            <a:ahLst/>
            <a:cxnLst/>
            <a:rect l="l" t="t" r="r" b="b"/>
            <a:pathLst>
              <a:path w="3729534" h="843807">
                <a:moveTo>
                  <a:pt x="0" y="0"/>
                </a:moveTo>
                <a:lnTo>
                  <a:pt x="3729533" y="0"/>
                </a:lnTo>
                <a:lnTo>
                  <a:pt x="3729533" y="843807"/>
                </a:lnTo>
                <a:lnTo>
                  <a:pt x="0" y="8438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29011" flipH="1">
            <a:off x="5625977" y="9355239"/>
            <a:ext cx="1641997" cy="371502"/>
          </a:xfrm>
          <a:custGeom>
            <a:avLst/>
            <a:gdLst/>
            <a:ahLst/>
            <a:cxnLst/>
            <a:rect l="l" t="t" r="r" b="b"/>
            <a:pathLst>
              <a:path w="1641997" h="371502">
                <a:moveTo>
                  <a:pt x="1641997" y="0"/>
                </a:moveTo>
                <a:lnTo>
                  <a:pt x="0" y="0"/>
                </a:lnTo>
                <a:lnTo>
                  <a:pt x="0" y="371502"/>
                </a:lnTo>
                <a:lnTo>
                  <a:pt x="1641997" y="371502"/>
                </a:lnTo>
                <a:lnTo>
                  <a:pt x="1641997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21513">
            <a:off x="15101998" y="10263940"/>
            <a:ext cx="1980881" cy="448174"/>
          </a:xfrm>
          <a:custGeom>
            <a:avLst/>
            <a:gdLst/>
            <a:ahLst/>
            <a:cxnLst/>
            <a:rect l="l" t="t" r="r" b="b"/>
            <a:pathLst>
              <a:path w="1980881" h="448174">
                <a:moveTo>
                  <a:pt x="0" y="0"/>
                </a:moveTo>
                <a:lnTo>
                  <a:pt x="1980880" y="0"/>
                </a:lnTo>
                <a:lnTo>
                  <a:pt x="1980880" y="448174"/>
                </a:lnTo>
                <a:lnTo>
                  <a:pt x="0" y="4481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4325737">
            <a:off x="885975" y="8913119"/>
            <a:ext cx="1839358" cy="3085769"/>
          </a:xfrm>
          <a:custGeom>
            <a:avLst/>
            <a:gdLst/>
            <a:ahLst/>
            <a:cxnLst/>
            <a:rect l="l" t="t" r="r" b="b"/>
            <a:pathLst>
              <a:path w="1839358" h="3085769">
                <a:moveTo>
                  <a:pt x="0" y="0"/>
                </a:moveTo>
                <a:lnTo>
                  <a:pt x="1839358" y="0"/>
                </a:lnTo>
                <a:lnTo>
                  <a:pt x="1839358" y="3085769"/>
                </a:lnTo>
                <a:lnTo>
                  <a:pt x="0" y="3085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2913" t="-32250" r="-456244" b="-86436"/>
            </a:stretch>
          </a:blipFill>
        </p:spPr>
      </p:sp>
      <p:sp>
        <p:nvSpPr>
          <p:cNvPr id="8" name="Freeform 8"/>
          <p:cNvSpPr/>
          <p:nvPr/>
        </p:nvSpPr>
        <p:spPr>
          <a:xfrm rot="-3095737">
            <a:off x="7309095" y="8216978"/>
            <a:ext cx="1839358" cy="3085769"/>
          </a:xfrm>
          <a:custGeom>
            <a:avLst/>
            <a:gdLst/>
            <a:ahLst/>
            <a:cxnLst/>
            <a:rect l="l" t="t" r="r" b="b"/>
            <a:pathLst>
              <a:path w="1839358" h="3085769">
                <a:moveTo>
                  <a:pt x="0" y="0"/>
                </a:moveTo>
                <a:lnTo>
                  <a:pt x="1839358" y="0"/>
                </a:lnTo>
                <a:lnTo>
                  <a:pt x="1839358" y="3085769"/>
                </a:lnTo>
                <a:lnTo>
                  <a:pt x="0" y="3085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2913" t="-32250" r="-456244" b="-86436"/>
            </a:stretch>
          </a:blipFill>
        </p:spPr>
      </p:sp>
      <p:sp>
        <p:nvSpPr>
          <p:cNvPr id="9" name="Freeform 9"/>
          <p:cNvSpPr/>
          <p:nvPr/>
        </p:nvSpPr>
        <p:spPr>
          <a:xfrm rot="-5480855">
            <a:off x="13464705" y="9181063"/>
            <a:ext cx="1849320" cy="3188012"/>
          </a:xfrm>
          <a:custGeom>
            <a:avLst/>
            <a:gdLst/>
            <a:ahLst/>
            <a:cxnLst/>
            <a:rect l="l" t="t" r="r" b="b"/>
            <a:pathLst>
              <a:path w="1849320" h="3188012">
                <a:moveTo>
                  <a:pt x="0" y="0"/>
                </a:moveTo>
                <a:lnTo>
                  <a:pt x="1849321" y="0"/>
                </a:lnTo>
                <a:lnTo>
                  <a:pt x="1849321" y="3188012"/>
                </a:lnTo>
                <a:lnTo>
                  <a:pt x="0" y="31880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3674" t="-30318" r="-458140" b="-83092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6742840" y="-75890"/>
            <a:ext cx="1894194" cy="189419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AB7E4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1180" tIns="31180" rIns="31180" bIns="31180" rtlCol="0" anchor="ctr"/>
            <a:lstStyle/>
            <a:p>
              <a:pPr algn="ctr">
                <a:lnSpc>
                  <a:spcPts val="163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6514770" y="-391589"/>
            <a:ext cx="2525592" cy="2525592"/>
          </a:xfrm>
          <a:custGeom>
            <a:avLst/>
            <a:gdLst/>
            <a:ahLst/>
            <a:cxnLst/>
            <a:rect l="l" t="t" r="r" b="b"/>
            <a:pathLst>
              <a:path w="2525592" h="2525592">
                <a:moveTo>
                  <a:pt x="0" y="0"/>
                </a:moveTo>
                <a:lnTo>
                  <a:pt x="2525592" y="0"/>
                </a:lnTo>
                <a:lnTo>
                  <a:pt x="2525592" y="2525592"/>
                </a:lnTo>
                <a:lnTo>
                  <a:pt x="0" y="25255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2794210">
            <a:off x="10502914" y="9310675"/>
            <a:ext cx="1837874" cy="3120681"/>
          </a:xfrm>
          <a:custGeom>
            <a:avLst/>
            <a:gdLst/>
            <a:ahLst/>
            <a:cxnLst/>
            <a:rect l="l" t="t" r="r" b="b"/>
            <a:pathLst>
              <a:path w="1837874" h="3120681">
                <a:moveTo>
                  <a:pt x="0" y="0"/>
                </a:moveTo>
                <a:lnTo>
                  <a:pt x="1837874" y="0"/>
                </a:lnTo>
                <a:lnTo>
                  <a:pt x="1837874" y="3120680"/>
                </a:lnTo>
                <a:lnTo>
                  <a:pt x="0" y="31206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0593" t="-30962" r="-453963" b="-84068"/>
            </a:stretch>
          </a:blipFill>
        </p:spPr>
      </p:sp>
      <p:sp>
        <p:nvSpPr>
          <p:cNvPr id="15" name="Freeform 15"/>
          <p:cNvSpPr/>
          <p:nvPr/>
        </p:nvSpPr>
        <p:spPr>
          <a:xfrm rot="-5285094">
            <a:off x="3975206" y="8204847"/>
            <a:ext cx="1854445" cy="3111079"/>
          </a:xfrm>
          <a:custGeom>
            <a:avLst/>
            <a:gdLst/>
            <a:ahLst/>
            <a:cxnLst/>
            <a:rect l="l" t="t" r="r" b="b"/>
            <a:pathLst>
              <a:path w="1854445" h="3111079">
                <a:moveTo>
                  <a:pt x="0" y="0"/>
                </a:moveTo>
                <a:lnTo>
                  <a:pt x="1854445" y="0"/>
                </a:lnTo>
                <a:lnTo>
                  <a:pt x="1854445" y="3111079"/>
                </a:lnTo>
                <a:lnTo>
                  <a:pt x="0" y="31110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2913" t="-32250" r="-456244" b="-86436"/>
            </a:stretch>
          </a:blipFill>
        </p:spPr>
      </p:sp>
      <p:sp>
        <p:nvSpPr>
          <p:cNvPr id="16" name="Freeform 16"/>
          <p:cNvSpPr/>
          <p:nvPr/>
        </p:nvSpPr>
        <p:spPr>
          <a:xfrm rot="-2905724">
            <a:off x="16830246" y="8710722"/>
            <a:ext cx="1839358" cy="3085769"/>
          </a:xfrm>
          <a:custGeom>
            <a:avLst/>
            <a:gdLst/>
            <a:ahLst/>
            <a:cxnLst/>
            <a:rect l="l" t="t" r="r" b="b"/>
            <a:pathLst>
              <a:path w="1839358" h="3085769">
                <a:moveTo>
                  <a:pt x="0" y="0"/>
                </a:moveTo>
                <a:lnTo>
                  <a:pt x="1839358" y="0"/>
                </a:lnTo>
                <a:lnTo>
                  <a:pt x="1839358" y="3085769"/>
                </a:lnTo>
                <a:lnTo>
                  <a:pt x="0" y="3085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2913" t="-32250" r="-456244" b="-86436"/>
            </a:stretch>
          </a:blipFill>
        </p:spPr>
      </p:sp>
      <p:grpSp>
        <p:nvGrpSpPr>
          <p:cNvPr id="17" name="Group 17"/>
          <p:cNvGrpSpPr/>
          <p:nvPr/>
        </p:nvGrpSpPr>
        <p:grpSpPr>
          <a:xfrm rot="256517">
            <a:off x="3249536" y="9370456"/>
            <a:ext cx="191894" cy="1265033"/>
            <a:chOff x="0" y="0"/>
            <a:chExt cx="255859" cy="1686711"/>
          </a:xfrm>
        </p:grpSpPr>
        <p:grpSp>
          <p:nvGrpSpPr>
            <p:cNvPr id="18" name="Group 18"/>
            <p:cNvGrpSpPr/>
            <p:nvPr/>
          </p:nvGrpSpPr>
          <p:grpSpPr>
            <a:xfrm rot="-7961">
              <a:off x="299" y="295"/>
              <a:ext cx="255262" cy="258273"/>
              <a:chOff x="0" y="0"/>
              <a:chExt cx="621165" cy="628494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621165" cy="628494"/>
              </a:xfrm>
              <a:custGeom>
                <a:avLst/>
                <a:gdLst/>
                <a:ahLst/>
                <a:cxnLst/>
                <a:rect l="l" t="t" r="r" b="b"/>
                <a:pathLst>
                  <a:path w="621165" h="628494">
                    <a:moveTo>
                      <a:pt x="310583" y="0"/>
                    </a:moveTo>
                    <a:cubicBezTo>
                      <a:pt x="139053" y="0"/>
                      <a:pt x="0" y="140693"/>
                      <a:pt x="0" y="314247"/>
                    </a:cubicBezTo>
                    <a:cubicBezTo>
                      <a:pt x="0" y="487801"/>
                      <a:pt x="139053" y="628494"/>
                      <a:pt x="310583" y="628494"/>
                    </a:cubicBezTo>
                    <a:cubicBezTo>
                      <a:pt x="482113" y="628494"/>
                      <a:pt x="621165" y="487801"/>
                      <a:pt x="621165" y="314247"/>
                    </a:cubicBezTo>
                    <a:cubicBezTo>
                      <a:pt x="621165" y="140693"/>
                      <a:pt x="482113" y="0"/>
                      <a:pt x="310583" y="0"/>
                    </a:cubicBezTo>
                    <a:close/>
                  </a:path>
                </a:pathLst>
              </a:custGeom>
              <a:solidFill>
                <a:srgbClr val="1EFFFF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58234" y="20821"/>
                <a:ext cx="504697" cy="548751"/>
              </a:xfrm>
              <a:prstGeom prst="rect">
                <a:avLst/>
              </a:prstGeom>
            </p:spPr>
            <p:txBody>
              <a:bodyPr lIns="77222" tIns="77222" rIns="77222" bIns="77222" rtlCol="0" anchor="ctr"/>
              <a:lstStyle/>
              <a:p>
                <a:pPr algn="ctr">
                  <a:lnSpc>
                    <a:spcPts val="2141"/>
                  </a:lnSpc>
                </a:pPr>
                <a:endParaRPr/>
              </a:p>
            </p:txBody>
          </p:sp>
        </p:grpSp>
        <p:sp>
          <p:nvSpPr>
            <p:cNvPr id="21" name="AutoShape 21"/>
            <p:cNvSpPr/>
            <p:nvPr/>
          </p:nvSpPr>
          <p:spPr>
            <a:xfrm rot="-5416219">
              <a:off x="-573413" y="936382"/>
              <a:ext cx="1402686" cy="0"/>
            </a:xfrm>
            <a:prstGeom prst="line">
              <a:avLst/>
            </a:prstGeom>
            <a:ln w="24166" cap="flat">
              <a:solidFill>
                <a:srgbClr val="1EFFFF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22" name="Group 22"/>
            <p:cNvGrpSpPr/>
            <p:nvPr/>
          </p:nvGrpSpPr>
          <p:grpSpPr>
            <a:xfrm rot="-16219">
              <a:off x="60102" y="1613209"/>
              <a:ext cx="135654" cy="73182"/>
              <a:chOff x="0" y="0"/>
              <a:chExt cx="812800" cy="438483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812800" cy="43848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38483">
                    <a:moveTo>
                      <a:pt x="406400" y="0"/>
                    </a:moveTo>
                    <a:cubicBezTo>
                      <a:pt x="181951" y="0"/>
                      <a:pt x="0" y="98158"/>
                      <a:pt x="0" y="219241"/>
                    </a:cubicBezTo>
                    <a:cubicBezTo>
                      <a:pt x="0" y="340325"/>
                      <a:pt x="181951" y="438483"/>
                      <a:pt x="406400" y="438483"/>
                    </a:cubicBezTo>
                    <a:cubicBezTo>
                      <a:pt x="630849" y="438483"/>
                      <a:pt x="812800" y="340325"/>
                      <a:pt x="812800" y="219241"/>
                    </a:cubicBezTo>
                    <a:cubicBezTo>
                      <a:pt x="812800" y="98158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EFFFF"/>
              </a:soli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6200" y="3008"/>
                <a:ext cx="660400" cy="394367"/>
              </a:xfrm>
              <a:prstGeom prst="rect">
                <a:avLst/>
              </a:prstGeom>
            </p:spPr>
            <p:txBody>
              <a:bodyPr lIns="77222" tIns="77222" rIns="77222" bIns="77222" rtlCol="0" anchor="ctr"/>
              <a:lstStyle/>
              <a:p>
                <a:pPr algn="ctr">
                  <a:lnSpc>
                    <a:spcPts val="2141"/>
                  </a:lnSpc>
                </a:pPr>
                <a:endParaRPr/>
              </a:p>
            </p:txBody>
          </p:sp>
        </p:grpSp>
      </p:grpSp>
      <p:sp>
        <p:nvSpPr>
          <p:cNvPr id="25" name="Freeform 25"/>
          <p:cNvSpPr/>
          <p:nvPr/>
        </p:nvSpPr>
        <p:spPr>
          <a:xfrm>
            <a:off x="443901" y="3639841"/>
            <a:ext cx="5503768" cy="2212778"/>
          </a:xfrm>
          <a:custGeom>
            <a:avLst/>
            <a:gdLst/>
            <a:ahLst/>
            <a:cxnLst/>
            <a:rect l="l" t="t" r="r" b="b"/>
            <a:pathLst>
              <a:path w="5503768" h="2212778">
                <a:moveTo>
                  <a:pt x="0" y="0"/>
                </a:moveTo>
                <a:lnTo>
                  <a:pt x="5503768" y="0"/>
                </a:lnTo>
                <a:lnTo>
                  <a:pt x="5503768" y="2212778"/>
                </a:lnTo>
                <a:lnTo>
                  <a:pt x="0" y="221277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6705" t="-129378" r="-101545" b="-109902"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6250748" y="7666227"/>
            <a:ext cx="5397660" cy="2093636"/>
          </a:xfrm>
          <a:custGeom>
            <a:avLst/>
            <a:gdLst/>
            <a:ahLst/>
            <a:cxnLst/>
            <a:rect l="l" t="t" r="r" b="b"/>
            <a:pathLst>
              <a:path w="5397660" h="2093636">
                <a:moveTo>
                  <a:pt x="0" y="0"/>
                </a:moveTo>
                <a:lnTo>
                  <a:pt x="5397660" y="0"/>
                </a:lnTo>
                <a:lnTo>
                  <a:pt x="5397660" y="2093636"/>
                </a:lnTo>
                <a:lnTo>
                  <a:pt x="0" y="209363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5378" t="-185720" r="-95180" b="-53559"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1791935" y="3637829"/>
            <a:ext cx="6157515" cy="2209396"/>
          </a:xfrm>
          <a:custGeom>
            <a:avLst/>
            <a:gdLst/>
            <a:ahLst/>
            <a:cxnLst/>
            <a:rect l="l" t="t" r="r" b="b"/>
            <a:pathLst>
              <a:path w="6157515" h="2209396">
                <a:moveTo>
                  <a:pt x="0" y="0"/>
                </a:moveTo>
                <a:lnTo>
                  <a:pt x="6157515" y="0"/>
                </a:lnTo>
                <a:lnTo>
                  <a:pt x="6157515" y="2209396"/>
                </a:lnTo>
                <a:lnTo>
                  <a:pt x="0" y="22093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4803" t="-147895" r="-76931" b="-86077"/>
            </a:stretch>
          </a:blipFill>
        </p:spPr>
      </p:sp>
      <p:grpSp>
        <p:nvGrpSpPr>
          <p:cNvPr id="28" name="Group 28"/>
          <p:cNvGrpSpPr/>
          <p:nvPr/>
        </p:nvGrpSpPr>
        <p:grpSpPr>
          <a:xfrm>
            <a:off x="1360452" y="6058427"/>
            <a:ext cx="3193486" cy="3199873"/>
            <a:chOff x="0" y="0"/>
            <a:chExt cx="6350000" cy="6362700"/>
          </a:xfrm>
        </p:grpSpPr>
        <p:sp>
          <p:nvSpPr>
            <p:cNvPr id="29" name="Freeform 29"/>
            <p:cNvSpPr/>
            <p:nvPr/>
          </p:nvSpPr>
          <p:spPr>
            <a:xfrm>
              <a:off x="-48044" y="-37490"/>
              <a:ext cx="6446076" cy="6446076"/>
            </a:xfrm>
            <a:custGeom>
              <a:avLst/>
              <a:gdLst/>
              <a:ahLst/>
              <a:cxnLst/>
              <a:rect l="l" t="t" r="r" b="b"/>
              <a:pathLst>
                <a:path w="6446076" h="6446076">
                  <a:moveTo>
                    <a:pt x="2100046" y="247180"/>
                  </a:moveTo>
                  <a:cubicBezTo>
                    <a:pt x="2245233" y="65951"/>
                    <a:pt x="2491308" y="0"/>
                    <a:pt x="2707665" y="84366"/>
                  </a:cubicBezTo>
                  <a:lnTo>
                    <a:pt x="3030042" y="210083"/>
                  </a:lnTo>
                  <a:cubicBezTo>
                    <a:pt x="3154159" y="258482"/>
                    <a:pt x="3291929" y="258482"/>
                    <a:pt x="3416046" y="210083"/>
                  </a:cubicBezTo>
                  <a:lnTo>
                    <a:pt x="3738423" y="84366"/>
                  </a:lnTo>
                  <a:cubicBezTo>
                    <a:pt x="3954780" y="0"/>
                    <a:pt x="4200855" y="65951"/>
                    <a:pt x="4346041" y="247180"/>
                  </a:cubicBezTo>
                  <a:lnTo>
                    <a:pt x="4562373" y="517233"/>
                  </a:lnTo>
                  <a:cubicBezTo>
                    <a:pt x="4645668" y="621206"/>
                    <a:pt x="4764984" y="690090"/>
                    <a:pt x="4896676" y="710234"/>
                  </a:cubicBezTo>
                  <a:lnTo>
                    <a:pt x="5238712" y="762558"/>
                  </a:lnTo>
                  <a:cubicBezTo>
                    <a:pt x="5468264" y="797674"/>
                    <a:pt x="5648414" y="977823"/>
                    <a:pt x="5683517" y="1207376"/>
                  </a:cubicBezTo>
                  <a:lnTo>
                    <a:pt x="5735841" y="1549412"/>
                  </a:lnTo>
                  <a:cubicBezTo>
                    <a:pt x="5755983" y="1681101"/>
                    <a:pt x="5824869" y="1800414"/>
                    <a:pt x="5928842" y="1883702"/>
                  </a:cubicBezTo>
                  <a:lnTo>
                    <a:pt x="6198895" y="2100033"/>
                  </a:lnTo>
                  <a:cubicBezTo>
                    <a:pt x="6380137" y="2245220"/>
                    <a:pt x="6446076" y="2491308"/>
                    <a:pt x="6361709" y="2707652"/>
                  </a:cubicBezTo>
                  <a:lnTo>
                    <a:pt x="6236005" y="3030029"/>
                  </a:lnTo>
                  <a:cubicBezTo>
                    <a:pt x="6187605" y="3154150"/>
                    <a:pt x="6187605" y="3291925"/>
                    <a:pt x="6236005" y="3416046"/>
                  </a:cubicBezTo>
                  <a:lnTo>
                    <a:pt x="6361709" y="3738423"/>
                  </a:lnTo>
                  <a:cubicBezTo>
                    <a:pt x="6446076" y="3954780"/>
                    <a:pt x="6380137" y="4200855"/>
                    <a:pt x="6198895" y="4346041"/>
                  </a:cubicBezTo>
                  <a:lnTo>
                    <a:pt x="5928842" y="4562373"/>
                  </a:lnTo>
                  <a:cubicBezTo>
                    <a:pt x="5824869" y="4645661"/>
                    <a:pt x="5755983" y="4764974"/>
                    <a:pt x="5735841" y="4896662"/>
                  </a:cubicBezTo>
                  <a:lnTo>
                    <a:pt x="5683517" y="5238699"/>
                  </a:lnTo>
                  <a:cubicBezTo>
                    <a:pt x="5648401" y="5468252"/>
                    <a:pt x="5468264" y="5648401"/>
                    <a:pt x="5238712" y="5683516"/>
                  </a:cubicBezTo>
                  <a:lnTo>
                    <a:pt x="4896663" y="5735840"/>
                  </a:lnTo>
                  <a:cubicBezTo>
                    <a:pt x="4764975" y="5755985"/>
                    <a:pt x="4645663" y="5824870"/>
                    <a:pt x="4562373" y="5928842"/>
                  </a:cubicBezTo>
                  <a:lnTo>
                    <a:pt x="4346041" y="6198895"/>
                  </a:lnTo>
                  <a:cubicBezTo>
                    <a:pt x="4200855" y="6380137"/>
                    <a:pt x="3954780" y="6446075"/>
                    <a:pt x="3738423" y="6361709"/>
                  </a:cubicBezTo>
                  <a:lnTo>
                    <a:pt x="3416046" y="6235992"/>
                  </a:lnTo>
                  <a:cubicBezTo>
                    <a:pt x="3291929" y="6187593"/>
                    <a:pt x="3154159" y="6187593"/>
                    <a:pt x="3030042" y="6235992"/>
                  </a:cubicBezTo>
                  <a:lnTo>
                    <a:pt x="2707665" y="6361709"/>
                  </a:lnTo>
                  <a:cubicBezTo>
                    <a:pt x="2491308" y="6446075"/>
                    <a:pt x="2245233" y="6380137"/>
                    <a:pt x="2100046" y="6198895"/>
                  </a:cubicBezTo>
                  <a:lnTo>
                    <a:pt x="1883715" y="5928842"/>
                  </a:lnTo>
                  <a:cubicBezTo>
                    <a:pt x="1800425" y="5824870"/>
                    <a:pt x="1681113" y="5755985"/>
                    <a:pt x="1549425" y="5735840"/>
                  </a:cubicBezTo>
                  <a:lnTo>
                    <a:pt x="1207376" y="5683516"/>
                  </a:lnTo>
                  <a:cubicBezTo>
                    <a:pt x="977824" y="5648401"/>
                    <a:pt x="797674" y="5468252"/>
                    <a:pt x="762571" y="5238699"/>
                  </a:cubicBezTo>
                  <a:lnTo>
                    <a:pt x="710247" y="4896662"/>
                  </a:lnTo>
                  <a:cubicBezTo>
                    <a:pt x="690104" y="4764975"/>
                    <a:pt x="621219" y="4645662"/>
                    <a:pt x="517245" y="4562373"/>
                  </a:cubicBezTo>
                  <a:lnTo>
                    <a:pt x="247180" y="4346041"/>
                  </a:lnTo>
                  <a:cubicBezTo>
                    <a:pt x="65951" y="4200855"/>
                    <a:pt x="13" y="3954780"/>
                    <a:pt x="84366" y="3738422"/>
                  </a:cubicBezTo>
                  <a:lnTo>
                    <a:pt x="210071" y="3416045"/>
                  </a:lnTo>
                  <a:cubicBezTo>
                    <a:pt x="258469" y="3291924"/>
                    <a:pt x="258469" y="3154150"/>
                    <a:pt x="210071" y="3030029"/>
                  </a:cubicBezTo>
                  <a:lnTo>
                    <a:pt x="84366" y="2707652"/>
                  </a:lnTo>
                  <a:cubicBezTo>
                    <a:pt x="0" y="2491308"/>
                    <a:pt x="65938" y="2245220"/>
                    <a:pt x="247180" y="2100033"/>
                  </a:cubicBezTo>
                  <a:lnTo>
                    <a:pt x="517233" y="1883702"/>
                  </a:lnTo>
                  <a:cubicBezTo>
                    <a:pt x="621206" y="1800413"/>
                    <a:pt x="690091" y="1681100"/>
                    <a:pt x="710235" y="1549412"/>
                  </a:cubicBezTo>
                  <a:lnTo>
                    <a:pt x="762559" y="1207376"/>
                  </a:lnTo>
                  <a:cubicBezTo>
                    <a:pt x="797661" y="977823"/>
                    <a:pt x="977811" y="797674"/>
                    <a:pt x="1207363" y="762558"/>
                  </a:cubicBezTo>
                  <a:lnTo>
                    <a:pt x="1549413" y="710234"/>
                  </a:lnTo>
                  <a:cubicBezTo>
                    <a:pt x="1681100" y="690089"/>
                    <a:pt x="1800412" y="621204"/>
                    <a:pt x="1883702" y="517232"/>
                  </a:cubicBez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7286744" y="2134003"/>
            <a:ext cx="3181670" cy="3188033"/>
            <a:chOff x="0" y="0"/>
            <a:chExt cx="6350000" cy="6362700"/>
          </a:xfrm>
        </p:grpSpPr>
        <p:sp>
          <p:nvSpPr>
            <p:cNvPr id="31" name="Freeform 31"/>
            <p:cNvSpPr/>
            <p:nvPr/>
          </p:nvSpPr>
          <p:spPr>
            <a:xfrm>
              <a:off x="-48044" y="-37490"/>
              <a:ext cx="6446076" cy="6446076"/>
            </a:xfrm>
            <a:custGeom>
              <a:avLst/>
              <a:gdLst/>
              <a:ahLst/>
              <a:cxnLst/>
              <a:rect l="l" t="t" r="r" b="b"/>
              <a:pathLst>
                <a:path w="6446076" h="6446076">
                  <a:moveTo>
                    <a:pt x="2100046" y="247180"/>
                  </a:moveTo>
                  <a:cubicBezTo>
                    <a:pt x="2245233" y="65951"/>
                    <a:pt x="2491308" y="0"/>
                    <a:pt x="2707665" y="84366"/>
                  </a:cubicBezTo>
                  <a:lnTo>
                    <a:pt x="3030042" y="210083"/>
                  </a:lnTo>
                  <a:cubicBezTo>
                    <a:pt x="3154159" y="258482"/>
                    <a:pt x="3291929" y="258482"/>
                    <a:pt x="3416046" y="210083"/>
                  </a:cubicBezTo>
                  <a:lnTo>
                    <a:pt x="3738423" y="84366"/>
                  </a:lnTo>
                  <a:cubicBezTo>
                    <a:pt x="3954780" y="0"/>
                    <a:pt x="4200855" y="65951"/>
                    <a:pt x="4346041" y="247180"/>
                  </a:cubicBezTo>
                  <a:lnTo>
                    <a:pt x="4562373" y="517233"/>
                  </a:lnTo>
                  <a:cubicBezTo>
                    <a:pt x="4645668" y="621206"/>
                    <a:pt x="4764984" y="690090"/>
                    <a:pt x="4896676" y="710234"/>
                  </a:cubicBezTo>
                  <a:lnTo>
                    <a:pt x="5238712" y="762558"/>
                  </a:lnTo>
                  <a:cubicBezTo>
                    <a:pt x="5468264" y="797674"/>
                    <a:pt x="5648414" y="977823"/>
                    <a:pt x="5683517" y="1207376"/>
                  </a:cubicBezTo>
                  <a:lnTo>
                    <a:pt x="5735841" y="1549412"/>
                  </a:lnTo>
                  <a:cubicBezTo>
                    <a:pt x="5755983" y="1681101"/>
                    <a:pt x="5824869" y="1800414"/>
                    <a:pt x="5928842" y="1883702"/>
                  </a:cubicBezTo>
                  <a:lnTo>
                    <a:pt x="6198895" y="2100033"/>
                  </a:lnTo>
                  <a:cubicBezTo>
                    <a:pt x="6380137" y="2245220"/>
                    <a:pt x="6446076" y="2491308"/>
                    <a:pt x="6361709" y="2707652"/>
                  </a:cubicBezTo>
                  <a:lnTo>
                    <a:pt x="6236005" y="3030029"/>
                  </a:lnTo>
                  <a:cubicBezTo>
                    <a:pt x="6187605" y="3154150"/>
                    <a:pt x="6187605" y="3291925"/>
                    <a:pt x="6236005" y="3416046"/>
                  </a:cubicBezTo>
                  <a:lnTo>
                    <a:pt x="6361709" y="3738423"/>
                  </a:lnTo>
                  <a:cubicBezTo>
                    <a:pt x="6446076" y="3954780"/>
                    <a:pt x="6380137" y="4200855"/>
                    <a:pt x="6198895" y="4346041"/>
                  </a:cubicBezTo>
                  <a:lnTo>
                    <a:pt x="5928842" y="4562373"/>
                  </a:lnTo>
                  <a:cubicBezTo>
                    <a:pt x="5824869" y="4645661"/>
                    <a:pt x="5755983" y="4764974"/>
                    <a:pt x="5735841" y="4896662"/>
                  </a:cubicBezTo>
                  <a:lnTo>
                    <a:pt x="5683517" y="5238699"/>
                  </a:lnTo>
                  <a:cubicBezTo>
                    <a:pt x="5648401" y="5468252"/>
                    <a:pt x="5468264" y="5648401"/>
                    <a:pt x="5238712" y="5683516"/>
                  </a:cubicBezTo>
                  <a:lnTo>
                    <a:pt x="4896663" y="5735840"/>
                  </a:lnTo>
                  <a:cubicBezTo>
                    <a:pt x="4764975" y="5755985"/>
                    <a:pt x="4645663" y="5824870"/>
                    <a:pt x="4562373" y="5928842"/>
                  </a:cubicBezTo>
                  <a:lnTo>
                    <a:pt x="4346041" y="6198895"/>
                  </a:lnTo>
                  <a:cubicBezTo>
                    <a:pt x="4200855" y="6380137"/>
                    <a:pt x="3954780" y="6446075"/>
                    <a:pt x="3738423" y="6361709"/>
                  </a:cubicBezTo>
                  <a:lnTo>
                    <a:pt x="3416046" y="6235992"/>
                  </a:lnTo>
                  <a:cubicBezTo>
                    <a:pt x="3291929" y="6187593"/>
                    <a:pt x="3154159" y="6187593"/>
                    <a:pt x="3030042" y="6235992"/>
                  </a:cubicBezTo>
                  <a:lnTo>
                    <a:pt x="2707665" y="6361709"/>
                  </a:lnTo>
                  <a:cubicBezTo>
                    <a:pt x="2491308" y="6446075"/>
                    <a:pt x="2245233" y="6380137"/>
                    <a:pt x="2100046" y="6198895"/>
                  </a:cubicBezTo>
                  <a:lnTo>
                    <a:pt x="1883715" y="5928842"/>
                  </a:lnTo>
                  <a:cubicBezTo>
                    <a:pt x="1800425" y="5824870"/>
                    <a:pt x="1681113" y="5755985"/>
                    <a:pt x="1549425" y="5735840"/>
                  </a:cubicBezTo>
                  <a:lnTo>
                    <a:pt x="1207376" y="5683516"/>
                  </a:lnTo>
                  <a:cubicBezTo>
                    <a:pt x="977824" y="5648401"/>
                    <a:pt x="797674" y="5468252"/>
                    <a:pt x="762571" y="5238699"/>
                  </a:cubicBezTo>
                  <a:lnTo>
                    <a:pt x="710247" y="4896662"/>
                  </a:lnTo>
                  <a:cubicBezTo>
                    <a:pt x="690104" y="4764975"/>
                    <a:pt x="621219" y="4645662"/>
                    <a:pt x="517245" y="4562373"/>
                  </a:cubicBezTo>
                  <a:lnTo>
                    <a:pt x="247180" y="4346041"/>
                  </a:lnTo>
                  <a:cubicBezTo>
                    <a:pt x="65951" y="4200855"/>
                    <a:pt x="13" y="3954780"/>
                    <a:pt x="84366" y="3738422"/>
                  </a:cubicBezTo>
                  <a:lnTo>
                    <a:pt x="210071" y="3416045"/>
                  </a:lnTo>
                  <a:cubicBezTo>
                    <a:pt x="258469" y="3291924"/>
                    <a:pt x="258469" y="3154150"/>
                    <a:pt x="210071" y="3030029"/>
                  </a:cubicBezTo>
                  <a:lnTo>
                    <a:pt x="84366" y="2707652"/>
                  </a:lnTo>
                  <a:cubicBezTo>
                    <a:pt x="0" y="2491308"/>
                    <a:pt x="65938" y="2245220"/>
                    <a:pt x="247180" y="2100033"/>
                  </a:cubicBezTo>
                  <a:lnTo>
                    <a:pt x="517233" y="1883702"/>
                  </a:lnTo>
                  <a:cubicBezTo>
                    <a:pt x="621206" y="1800413"/>
                    <a:pt x="690091" y="1681100"/>
                    <a:pt x="710235" y="1549412"/>
                  </a:cubicBezTo>
                  <a:lnTo>
                    <a:pt x="762559" y="1207376"/>
                  </a:lnTo>
                  <a:cubicBezTo>
                    <a:pt x="797661" y="977823"/>
                    <a:pt x="977811" y="797674"/>
                    <a:pt x="1207363" y="762558"/>
                  </a:cubicBezTo>
                  <a:lnTo>
                    <a:pt x="1549413" y="710234"/>
                  </a:lnTo>
                  <a:cubicBezTo>
                    <a:pt x="1681100" y="690089"/>
                    <a:pt x="1800412" y="621204"/>
                    <a:pt x="1883702" y="517232"/>
                  </a:cubicBez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</p:grpSp>
      <p:grpSp>
        <p:nvGrpSpPr>
          <p:cNvPr id="32" name="Group 32"/>
          <p:cNvGrpSpPr/>
          <p:nvPr/>
        </p:nvGrpSpPr>
        <p:grpSpPr>
          <a:xfrm>
            <a:off x="13774356" y="6165190"/>
            <a:ext cx="3193486" cy="3199873"/>
            <a:chOff x="0" y="0"/>
            <a:chExt cx="6350000" cy="6362700"/>
          </a:xfrm>
        </p:grpSpPr>
        <p:sp>
          <p:nvSpPr>
            <p:cNvPr id="33" name="Freeform 33"/>
            <p:cNvSpPr/>
            <p:nvPr/>
          </p:nvSpPr>
          <p:spPr>
            <a:xfrm>
              <a:off x="-48044" y="-37490"/>
              <a:ext cx="6446076" cy="6446076"/>
            </a:xfrm>
            <a:custGeom>
              <a:avLst/>
              <a:gdLst/>
              <a:ahLst/>
              <a:cxnLst/>
              <a:rect l="l" t="t" r="r" b="b"/>
              <a:pathLst>
                <a:path w="6446076" h="6446076">
                  <a:moveTo>
                    <a:pt x="2100046" y="247180"/>
                  </a:moveTo>
                  <a:cubicBezTo>
                    <a:pt x="2245233" y="65951"/>
                    <a:pt x="2491308" y="0"/>
                    <a:pt x="2707665" y="84366"/>
                  </a:cubicBezTo>
                  <a:lnTo>
                    <a:pt x="3030042" y="210083"/>
                  </a:lnTo>
                  <a:cubicBezTo>
                    <a:pt x="3154159" y="258482"/>
                    <a:pt x="3291929" y="258482"/>
                    <a:pt x="3416046" y="210083"/>
                  </a:cubicBezTo>
                  <a:lnTo>
                    <a:pt x="3738423" y="84366"/>
                  </a:lnTo>
                  <a:cubicBezTo>
                    <a:pt x="3954780" y="0"/>
                    <a:pt x="4200855" y="65951"/>
                    <a:pt x="4346041" y="247180"/>
                  </a:cubicBezTo>
                  <a:lnTo>
                    <a:pt x="4562373" y="517233"/>
                  </a:lnTo>
                  <a:cubicBezTo>
                    <a:pt x="4645668" y="621206"/>
                    <a:pt x="4764984" y="690090"/>
                    <a:pt x="4896676" y="710234"/>
                  </a:cubicBezTo>
                  <a:lnTo>
                    <a:pt x="5238712" y="762558"/>
                  </a:lnTo>
                  <a:cubicBezTo>
                    <a:pt x="5468264" y="797674"/>
                    <a:pt x="5648414" y="977823"/>
                    <a:pt x="5683517" y="1207376"/>
                  </a:cubicBezTo>
                  <a:lnTo>
                    <a:pt x="5735841" y="1549412"/>
                  </a:lnTo>
                  <a:cubicBezTo>
                    <a:pt x="5755983" y="1681101"/>
                    <a:pt x="5824869" y="1800414"/>
                    <a:pt x="5928842" y="1883702"/>
                  </a:cubicBezTo>
                  <a:lnTo>
                    <a:pt x="6198895" y="2100033"/>
                  </a:lnTo>
                  <a:cubicBezTo>
                    <a:pt x="6380137" y="2245220"/>
                    <a:pt x="6446076" y="2491308"/>
                    <a:pt x="6361709" y="2707652"/>
                  </a:cubicBezTo>
                  <a:lnTo>
                    <a:pt x="6236005" y="3030029"/>
                  </a:lnTo>
                  <a:cubicBezTo>
                    <a:pt x="6187605" y="3154150"/>
                    <a:pt x="6187605" y="3291925"/>
                    <a:pt x="6236005" y="3416046"/>
                  </a:cubicBezTo>
                  <a:lnTo>
                    <a:pt x="6361709" y="3738423"/>
                  </a:lnTo>
                  <a:cubicBezTo>
                    <a:pt x="6446076" y="3954780"/>
                    <a:pt x="6380137" y="4200855"/>
                    <a:pt x="6198895" y="4346041"/>
                  </a:cubicBezTo>
                  <a:lnTo>
                    <a:pt x="5928842" y="4562373"/>
                  </a:lnTo>
                  <a:cubicBezTo>
                    <a:pt x="5824869" y="4645661"/>
                    <a:pt x="5755983" y="4764974"/>
                    <a:pt x="5735841" y="4896662"/>
                  </a:cubicBezTo>
                  <a:lnTo>
                    <a:pt x="5683517" y="5238699"/>
                  </a:lnTo>
                  <a:cubicBezTo>
                    <a:pt x="5648401" y="5468252"/>
                    <a:pt x="5468264" y="5648401"/>
                    <a:pt x="5238712" y="5683516"/>
                  </a:cubicBezTo>
                  <a:lnTo>
                    <a:pt x="4896663" y="5735840"/>
                  </a:lnTo>
                  <a:cubicBezTo>
                    <a:pt x="4764975" y="5755985"/>
                    <a:pt x="4645663" y="5824870"/>
                    <a:pt x="4562373" y="5928842"/>
                  </a:cubicBezTo>
                  <a:lnTo>
                    <a:pt x="4346041" y="6198895"/>
                  </a:lnTo>
                  <a:cubicBezTo>
                    <a:pt x="4200855" y="6380137"/>
                    <a:pt x="3954780" y="6446075"/>
                    <a:pt x="3738423" y="6361709"/>
                  </a:cubicBezTo>
                  <a:lnTo>
                    <a:pt x="3416046" y="6235992"/>
                  </a:lnTo>
                  <a:cubicBezTo>
                    <a:pt x="3291929" y="6187593"/>
                    <a:pt x="3154159" y="6187593"/>
                    <a:pt x="3030042" y="6235992"/>
                  </a:cubicBezTo>
                  <a:lnTo>
                    <a:pt x="2707665" y="6361709"/>
                  </a:lnTo>
                  <a:cubicBezTo>
                    <a:pt x="2491308" y="6446075"/>
                    <a:pt x="2245233" y="6380137"/>
                    <a:pt x="2100046" y="6198895"/>
                  </a:cubicBezTo>
                  <a:lnTo>
                    <a:pt x="1883715" y="5928842"/>
                  </a:lnTo>
                  <a:cubicBezTo>
                    <a:pt x="1800425" y="5824870"/>
                    <a:pt x="1681113" y="5755985"/>
                    <a:pt x="1549425" y="5735840"/>
                  </a:cubicBezTo>
                  <a:lnTo>
                    <a:pt x="1207376" y="5683516"/>
                  </a:lnTo>
                  <a:cubicBezTo>
                    <a:pt x="977824" y="5648401"/>
                    <a:pt x="797674" y="5468252"/>
                    <a:pt x="762571" y="5238699"/>
                  </a:cubicBezTo>
                  <a:lnTo>
                    <a:pt x="710247" y="4896662"/>
                  </a:lnTo>
                  <a:cubicBezTo>
                    <a:pt x="690104" y="4764975"/>
                    <a:pt x="621219" y="4645662"/>
                    <a:pt x="517245" y="4562373"/>
                  </a:cubicBezTo>
                  <a:lnTo>
                    <a:pt x="247180" y="4346041"/>
                  </a:lnTo>
                  <a:cubicBezTo>
                    <a:pt x="65951" y="4200855"/>
                    <a:pt x="13" y="3954780"/>
                    <a:pt x="84366" y="3738422"/>
                  </a:cubicBezTo>
                  <a:lnTo>
                    <a:pt x="210071" y="3416045"/>
                  </a:lnTo>
                  <a:cubicBezTo>
                    <a:pt x="258469" y="3291924"/>
                    <a:pt x="258469" y="3154150"/>
                    <a:pt x="210071" y="3030029"/>
                  </a:cubicBezTo>
                  <a:lnTo>
                    <a:pt x="84366" y="2707652"/>
                  </a:lnTo>
                  <a:cubicBezTo>
                    <a:pt x="0" y="2491308"/>
                    <a:pt x="65938" y="2245220"/>
                    <a:pt x="247180" y="2100033"/>
                  </a:cubicBezTo>
                  <a:lnTo>
                    <a:pt x="517233" y="1883702"/>
                  </a:lnTo>
                  <a:cubicBezTo>
                    <a:pt x="621206" y="1800413"/>
                    <a:pt x="690091" y="1681100"/>
                    <a:pt x="710235" y="1549412"/>
                  </a:cubicBezTo>
                  <a:lnTo>
                    <a:pt x="762559" y="1207376"/>
                  </a:lnTo>
                  <a:cubicBezTo>
                    <a:pt x="797661" y="977823"/>
                    <a:pt x="977811" y="797674"/>
                    <a:pt x="1207363" y="762558"/>
                  </a:cubicBezTo>
                  <a:lnTo>
                    <a:pt x="1549413" y="710234"/>
                  </a:lnTo>
                  <a:cubicBezTo>
                    <a:pt x="1681100" y="690089"/>
                    <a:pt x="1800412" y="621204"/>
                    <a:pt x="1883702" y="517232"/>
                  </a:cubicBezTo>
                  <a:close/>
                </a:path>
              </a:pathLst>
            </a:custGeom>
            <a:blipFill>
              <a:blip r:embed="rId13"/>
              <a:stretch>
                <a:fillRect l="-24170" r="-24170"/>
              </a:stretch>
            </a:blipFill>
          </p:spPr>
        </p:sp>
      </p:grpSp>
      <p:sp>
        <p:nvSpPr>
          <p:cNvPr id="34" name="TextBox 34"/>
          <p:cNvSpPr txBox="1"/>
          <p:nvPr/>
        </p:nvSpPr>
        <p:spPr>
          <a:xfrm>
            <a:off x="2042075" y="304435"/>
            <a:ext cx="14472695" cy="1019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en-US" sz="5999" b="1" u="none" strike="noStrike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 Funciones principales en las pasantías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60452" y="2301688"/>
            <a:ext cx="3387712" cy="1006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7"/>
              </a:lnSpc>
            </a:pPr>
            <a:r>
              <a:rPr lang="en-US" sz="3626">
                <a:solidFill>
                  <a:srgbClr val="C8F5FF"/>
                </a:solidFill>
                <a:latin typeface="TAN Nimbus"/>
                <a:ea typeface="TAN Nimbus"/>
                <a:cs typeface="TAN Nimbus"/>
                <a:sym typeface="TAN Nimbus"/>
              </a:rPr>
              <a:t>Guadrón Quijano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051156" y="6339874"/>
            <a:ext cx="3796844" cy="1006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7"/>
              </a:lnSpc>
            </a:pPr>
            <a:r>
              <a:rPr lang="en-US" sz="3626">
                <a:solidFill>
                  <a:srgbClr val="C8F5FF"/>
                </a:solidFill>
                <a:latin typeface="TAN Nimbus"/>
                <a:ea typeface="TAN Nimbus"/>
                <a:cs typeface="TAN Nimbus"/>
                <a:sym typeface="TAN Nimbus"/>
              </a:rPr>
              <a:t>Empaques y Sabores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186734" y="2548917"/>
            <a:ext cx="3781108" cy="511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7"/>
              </a:lnSpc>
            </a:pPr>
            <a:r>
              <a:rPr lang="en-US" sz="3626">
                <a:solidFill>
                  <a:srgbClr val="C8F5FF"/>
                </a:solidFill>
                <a:latin typeface="TAN Nimbus"/>
                <a:ea typeface="TAN Nimbus"/>
                <a:cs typeface="TAN Nimbus"/>
                <a:sym typeface="TAN Nimbus"/>
              </a:rPr>
              <a:t>Omniservice</a:t>
            </a:r>
          </a:p>
        </p:txBody>
      </p:sp>
      <p:sp>
        <p:nvSpPr>
          <p:cNvPr id="38" name="Freeform 38">
            <a:hlinkClick r:id="rId14" action="ppaction://hlinksldjump"/>
          </p:cNvPr>
          <p:cNvSpPr/>
          <p:nvPr/>
        </p:nvSpPr>
        <p:spPr>
          <a:xfrm flipH="1">
            <a:off x="239022" y="224494"/>
            <a:ext cx="1832948" cy="804206"/>
          </a:xfrm>
          <a:custGeom>
            <a:avLst/>
            <a:gdLst/>
            <a:ahLst/>
            <a:cxnLst/>
            <a:rect l="l" t="t" r="r" b="b"/>
            <a:pathLst>
              <a:path w="1832948" h="804206">
                <a:moveTo>
                  <a:pt x="1832948" y="0"/>
                </a:moveTo>
                <a:lnTo>
                  <a:pt x="0" y="0"/>
                </a:lnTo>
                <a:lnTo>
                  <a:pt x="0" y="804206"/>
                </a:lnTo>
                <a:lnTo>
                  <a:pt x="1832948" y="804206"/>
                </a:lnTo>
                <a:lnTo>
                  <a:pt x="1832948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5608">
            <a:off x="61613" y="8215447"/>
            <a:ext cx="18750609" cy="4299888"/>
          </a:xfrm>
          <a:custGeom>
            <a:avLst/>
            <a:gdLst/>
            <a:ahLst/>
            <a:cxnLst/>
            <a:rect l="l" t="t" r="r" b="b"/>
            <a:pathLst>
              <a:path w="18750609" h="4299888">
                <a:moveTo>
                  <a:pt x="0" y="0"/>
                </a:moveTo>
                <a:lnTo>
                  <a:pt x="18750608" y="0"/>
                </a:lnTo>
                <a:lnTo>
                  <a:pt x="18750608" y="4299888"/>
                </a:lnTo>
                <a:lnTo>
                  <a:pt x="0" y="42998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2000" r="-96827" b="-1203106"/>
            </a:stretch>
          </a:blipFill>
        </p:spPr>
      </p:sp>
      <p:sp>
        <p:nvSpPr>
          <p:cNvPr id="4" name="Freeform 4"/>
          <p:cNvSpPr/>
          <p:nvPr/>
        </p:nvSpPr>
        <p:spPr>
          <a:xfrm rot="200550">
            <a:off x="1561356" y="9472279"/>
            <a:ext cx="3729534" cy="843807"/>
          </a:xfrm>
          <a:custGeom>
            <a:avLst/>
            <a:gdLst/>
            <a:ahLst/>
            <a:cxnLst/>
            <a:rect l="l" t="t" r="r" b="b"/>
            <a:pathLst>
              <a:path w="3729534" h="843807">
                <a:moveTo>
                  <a:pt x="0" y="0"/>
                </a:moveTo>
                <a:lnTo>
                  <a:pt x="3729533" y="0"/>
                </a:lnTo>
                <a:lnTo>
                  <a:pt x="3729533" y="843807"/>
                </a:lnTo>
                <a:lnTo>
                  <a:pt x="0" y="8438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614962" flipH="1">
            <a:off x="5632101" y="8482965"/>
            <a:ext cx="1641997" cy="371502"/>
          </a:xfrm>
          <a:custGeom>
            <a:avLst/>
            <a:gdLst/>
            <a:ahLst/>
            <a:cxnLst/>
            <a:rect l="l" t="t" r="r" b="b"/>
            <a:pathLst>
              <a:path w="1641997" h="371502">
                <a:moveTo>
                  <a:pt x="1641997" y="0"/>
                </a:moveTo>
                <a:lnTo>
                  <a:pt x="0" y="0"/>
                </a:lnTo>
                <a:lnTo>
                  <a:pt x="0" y="371502"/>
                </a:lnTo>
                <a:lnTo>
                  <a:pt x="1641997" y="371502"/>
                </a:lnTo>
                <a:lnTo>
                  <a:pt x="1641997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322173" flipH="1">
            <a:off x="8954564" y="9459652"/>
            <a:ext cx="1716079" cy="388263"/>
          </a:xfrm>
          <a:custGeom>
            <a:avLst/>
            <a:gdLst/>
            <a:ahLst/>
            <a:cxnLst/>
            <a:rect l="l" t="t" r="r" b="b"/>
            <a:pathLst>
              <a:path w="1716079" h="388263">
                <a:moveTo>
                  <a:pt x="1716079" y="0"/>
                </a:moveTo>
                <a:lnTo>
                  <a:pt x="0" y="0"/>
                </a:lnTo>
                <a:lnTo>
                  <a:pt x="0" y="388263"/>
                </a:lnTo>
                <a:lnTo>
                  <a:pt x="1716079" y="388263"/>
                </a:lnTo>
                <a:lnTo>
                  <a:pt x="1716079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35561">
            <a:off x="15128783" y="9150236"/>
            <a:ext cx="1980881" cy="448174"/>
          </a:xfrm>
          <a:custGeom>
            <a:avLst/>
            <a:gdLst/>
            <a:ahLst/>
            <a:cxnLst/>
            <a:rect l="l" t="t" r="r" b="b"/>
            <a:pathLst>
              <a:path w="1980881" h="448174">
                <a:moveTo>
                  <a:pt x="0" y="0"/>
                </a:moveTo>
                <a:lnTo>
                  <a:pt x="1980880" y="0"/>
                </a:lnTo>
                <a:lnTo>
                  <a:pt x="1980880" y="448175"/>
                </a:lnTo>
                <a:lnTo>
                  <a:pt x="0" y="4481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4411688">
            <a:off x="916425" y="8156590"/>
            <a:ext cx="1839358" cy="3085769"/>
          </a:xfrm>
          <a:custGeom>
            <a:avLst/>
            <a:gdLst/>
            <a:ahLst/>
            <a:cxnLst/>
            <a:rect l="l" t="t" r="r" b="b"/>
            <a:pathLst>
              <a:path w="1839358" h="3085769">
                <a:moveTo>
                  <a:pt x="0" y="0"/>
                </a:moveTo>
                <a:lnTo>
                  <a:pt x="1839358" y="0"/>
                </a:lnTo>
                <a:lnTo>
                  <a:pt x="1839358" y="3085769"/>
                </a:lnTo>
                <a:lnTo>
                  <a:pt x="0" y="3085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2913" t="-32250" r="-456244" b="-86436"/>
            </a:stretch>
          </a:blipFill>
        </p:spPr>
      </p:sp>
      <p:sp>
        <p:nvSpPr>
          <p:cNvPr id="9" name="Freeform 9"/>
          <p:cNvSpPr/>
          <p:nvPr/>
        </p:nvSpPr>
        <p:spPr>
          <a:xfrm rot="-3181688">
            <a:off x="7320134" y="7300091"/>
            <a:ext cx="1839358" cy="3085769"/>
          </a:xfrm>
          <a:custGeom>
            <a:avLst/>
            <a:gdLst/>
            <a:ahLst/>
            <a:cxnLst/>
            <a:rect l="l" t="t" r="r" b="b"/>
            <a:pathLst>
              <a:path w="1839358" h="3085769">
                <a:moveTo>
                  <a:pt x="0" y="0"/>
                </a:moveTo>
                <a:lnTo>
                  <a:pt x="1839358" y="0"/>
                </a:lnTo>
                <a:lnTo>
                  <a:pt x="1839358" y="3085769"/>
                </a:lnTo>
                <a:lnTo>
                  <a:pt x="0" y="3085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2913" t="-32250" r="-456244" b="-86436"/>
            </a:stretch>
          </a:blipFill>
        </p:spPr>
      </p:sp>
      <p:sp>
        <p:nvSpPr>
          <p:cNvPr id="10" name="Freeform 10"/>
          <p:cNvSpPr/>
          <p:nvPr/>
        </p:nvSpPr>
        <p:spPr>
          <a:xfrm rot="-5566807">
            <a:off x="13499199" y="8109846"/>
            <a:ext cx="1849320" cy="3188012"/>
          </a:xfrm>
          <a:custGeom>
            <a:avLst/>
            <a:gdLst/>
            <a:ahLst/>
            <a:cxnLst/>
            <a:rect l="l" t="t" r="r" b="b"/>
            <a:pathLst>
              <a:path w="1849320" h="3188012">
                <a:moveTo>
                  <a:pt x="0" y="0"/>
                </a:moveTo>
                <a:lnTo>
                  <a:pt x="1849320" y="0"/>
                </a:lnTo>
                <a:lnTo>
                  <a:pt x="1849320" y="3188012"/>
                </a:lnTo>
                <a:lnTo>
                  <a:pt x="0" y="31880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3674" t="-30318" r="-458140" b="-83092"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6699217" y="-229117"/>
            <a:ext cx="1894194" cy="1894194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AB7E4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1180" tIns="31180" rIns="31180" bIns="31180" rtlCol="0" anchor="ctr"/>
            <a:lstStyle/>
            <a:p>
              <a:pPr algn="ctr">
                <a:lnSpc>
                  <a:spcPts val="163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6471147" y="-544816"/>
            <a:ext cx="2525592" cy="2525592"/>
          </a:xfrm>
          <a:custGeom>
            <a:avLst/>
            <a:gdLst/>
            <a:ahLst/>
            <a:cxnLst/>
            <a:rect l="l" t="t" r="r" b="b"/>
            <a:pathLst>
              <a:path w="2525592" h="2525592">
                <a:moveTo>
                  <a:pt x="0" y="0"/>
                </a:moveTo>
                <a:lnTo>
                  <a:pt x="2525591" y="0"/>
                </a:lnTo>
                <a:lnTo>
                  <a:pt x="2525591" y="2525592"/>
                </a:lnTo>
                <a:lnTo>
                  <a:pt x="0" y="25255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-2880161">
            <a:off x="10540733" y="8313614"/>
            <a:ext cx="1837874" cy="3120681"/>
          </a:xfrm>
          <a:custGeom>
            <a:avLst/>
            <a:gdLst/>
            <a:ahLst/>
            <a:cxnLst/>
            <a:rect l="l" t="t" r="r" b="b"/>
            <a:pathLst>
              <a:path w="1837874" h="3120681">
                <a:moveTo>
                  <a:pt x="0" y="0"/>
                </a:moveTo>
                <a:lnTo>
                  <a:pt x="1837874" y="0"/>
                </a:lnTo>
                <a:lnTo>
                  <a:pt x="1837874" y="3120681"/>
                </a:lnTo>
                <a:lnTo>
                  <a:pt x="0" y="31206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0593" t="-30962" r="-453963" b="-84068"/>
            </a:stretch>
          </a:blipFill>
        </p:spPr>
      </p:sp>
      <p:sp>
        <p:nvSpPr>
          <p:cNvPr id="16" name="Freeform 16"/>
          <p:cNvSpPr/>
          <p:nvPr/>
        </p:nvSpPr>
        <p:spPr>
          <a:xfrm rot="-5371046">
            <a:off x="3987298" y="7371117"/>
            <a:ext cx="1854445" cy="3111079"/>
          </a:xfrm>
          <a:custGeom>
            <a:avLst/>
            <a:gdLst/>
            <a:ahLst/>
            <a:cxnLst/>
            <a:rect l="l" t="t" r="r" b="b"/>
            <a:pathLst>
              <a:path w="1854445" h="3111079">
                <a:moveTo>
                  <a:pt x="0" y="0"/>
                </a:moveTo>
                <a:lnTo>
                  <a:pt x="1854445" y="0"/>
                </a:lnTo>
                <a:lnTo>
                  <a:pt x="1854445" y="3111079"/>
                </a:lnTo>
                <a:lnTo>
                  <a:pt x="0" y="31110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2913" t="-32250" r="-456244" b="-86436"/>
            </a:stretch>
          </a:blipFill>
        </p:spPr>
      </p:sp>
      <p:sp>
        <p:nvSpPr>
          <p:cNvPr id="17" name="Freeform 17"/>
          <p:cNvSpPr/>
          <p:nvPr/>
        </p:nvSpPr>
        <p:spPr>
          <a:xfrm rot="-2991675">
            <a:off x="16746371" y="8171372"/>
            <a:ext cx="1839358" cy="3085769"/>
          </a:xfrm>
          <a:custGeom>
            <a:avLst/>
            <a:gdLst/>
            <a:ahLst/>
            <a:cxnLst/>
            <a:rect l="l" t="t" r="r" b="b"/>
            <a:pathLst>
              <a:path w="1839358" h="3085769">
                <a:moveTo>
                  <a:pt x="0" y="0"/>
                </a:moveTo>
                <a:lnTo>
                  <a:pt x="1839359" y="0"/>
                </a:lnTo>
                <a:lnTo>
                  <a:pt x="1839359" y="3085769"/>
                </a:lnTo>
                <a:lnTo>
                  <a:pt x="0" y="3085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2913" t="-32250" r="-456244" b="-86436"/>
            </a:stretch>
          </a:blipFill>
        </p:spPr>
      </p:sp>
      <p:grpSp>
        <p:nvGrpSpPr>
          <p:cNvPr id="18" name="Group 18"/>
          <p:cNvGrpSpPr/>
          <p:nvPr/>
        </p:nvGrpSpPr>
        <p:grpSpPr>
          <a:xfrm rot="170565">
            <a:off x="6385843" y="7370658"/>
            <a:ext cx="247773" cy="1284056"/>
            <a:chOff x="0" y="0"/>
            <a:chExt cx="330364" cy="1712074"/>
          </a:xfrm>
        </p:grpSpPr>
        <p:sp>
          <p:nvSpPr>
            <p:cNvPr id="19" name="AutoShape 19"/>
            <p:cNvSpPr/>
            <p:nvPr/>
          </p:nvSpPr>
          <p:spPr>
            <a:xfrm rot="-5416219">
              <a:off x="-536161" y="961746"/>
              <a:ext cx="1402686" cy="0"/>
            </a:xfrm>
            <a:prstGeom prst="line">
              <a:avLst/>
            </a:prstGeom>
            <a:ln w="24166" cap="flat">
              <a:solidFill>
                <a:srgbClr val="1EFFFF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20" name="Group 20"/>
            <p:cNvGrpSpPr/>
            <p:nvPr/>
          </p:nvGrpSpPr>
          <p:grpSpPr>
            <a:xfrm rot="-16219">
              <a:off x="97355" y="1638573"/>
              <a:ext cx="135654" cy="73182"/>
              <a:chOff x="0" y="0"/>
              <a:chExt cx="812800" cy="438483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43848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38483">
                    <a:moveTo>
                      <a:pt x="406400" y="0"/>
                    </a:moveTo>
                    <a:cubicBezTo>
                      <a:pt x="181951" y="0"/>
                      <a:pt x="0" y="98158"/>
                      <a:pt x="0" y="219241"/>
                    </a:cubicBezTo>
                    <a:cubicBezTo>
                      <a:pt x="0" y="340325"/>
                      <a:pt x="181951" y="438483"/>
                      <a:pt x="406400" y="438483"/>
                    </a:cubicBezTo>
                    <a:cubicBezTo>
                      <a:pt x="630849" y="438483"/>
                      <a:pt x="812800" y="340325"/>
                      <a:pt x="812800" y="219241"/>
                    </a:cubicBezTo>
                    <a:cubicBezTo>
                      <a:pt x="812800" y="98158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EFFFF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6200" y="3008"/>
                <a:ext cx="660400" cy="394367"/>
              </a:xfrm>
              <a:prstGeom prst="rect">
                <a:avLst/>
              </a:prstGeom>
            </p:spPr>
            <p:txBody>
              <a:bodyPr lIns="77222" tIns="77222" rIns="77222" bIns="77222" rtlCol="0" anchor="ctr"/>
              <a:lstStyle/>
              <a:p>
                <a:pPr algn="ctr">
                  <a:lnSpc>
                    <a:spcPts val="2141"/>
                  </a:lnSpc>
                </a:pPr>
                <a:endParaRPr/>
              </a:p>
            </p:txBody>
          </p:sp>
        </p:grpSp>
        <p:sp>
          <p:nvSpPr>
            <p:cNvPr id="23" name="Freeform 23"/>
            <p:cNvSpPr/>
            <p:nvPr/>
          </p:nvSpPr>
          <p:spPr>
            <a:xfrm rot="-7322834">
              <a:off x="45331" y="45331"/>
              <a:ext cx="239702" cy="239702"/>
            </a:xfrm>
            <a:custGeom>
              <a:avLst/>
              <a:gdLst/>
              <a:ahLst/>
              <a:cxnLst/>
              <a:rect l="l" t="t" r="r" b="b"/>
              <a:pathLst>
                <a:path w="239702" h="239702">
                  <a:moveTo>
                    <a:pt x="0" y="0"/>
                  </a:moveTo>
                  <a:lnTo>
                    <a:pt x="239702" y="0"/>
                  </a:lnTo>
                  <a:lnTo>
                    <a:pt x="239702" y="239702"/>
                  </a:lnTo>
                  <a:lnTo>
                    <a:pt x="0" y="239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24" name="Freeform 24"/>
          <p:cNvSpPr/>
          <p:nvPr/>
        </p:nvSpPr>
        <p:spPr>
          <a:xfrm>
            <a:off x="1028700" y="2117451"/>
            <a:ext cx="8243940" cy="4926164"/>
          </a:xfrm>
          <a:custGeom>
            <a:avLst/>
            <a:gdLst/>
            <a:ahLst/>
            <a:cxnLst/>
            <a:rect l="l" t="t" r="r" b="b"/>
            <a:pathLst>
              <a:path w="8243940" h="4926164">
                <a:moveTo>
                  <a:pt x="0" y="0"/>
                </a:moveTo>
                <a:lnTo>
                  <a:pt x="8243940" y="0"/>
                </a:lnTo>
                <a:lnTo>
                  <a:pt x="8243940" y="4926164"/>
                </a:lnTo>
                <a:lnTo>
                  <a:pt x="0" y="492616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7896" t="-17237" r="-8685" b="-4700"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3994218" y="304435"/>
            <a:ext cx="10299564" cy="1019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en-US" sz="5999" b="1" u="none" strike="noStrike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Autoevaluación personal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0025587" y="2117451"/>
            <a:ext cx="7515867" cy="4926164"/>
            <a:chOff x="0" y="0"/>
            <a:chExt cx="1979488" cy="129742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979488" cy="1297426"/>
            </a:xfrm>
            <a:custGeom>
              <a:avLst/>
              <a:gdLst/>
              <a:ahLst/>
              <a:cxnLst/>
              <a:rect l="l" t="t" r="r" b="b"/>
              <a:pathLst>
                <a:path w="1979488" h="1297426">
                  <a:moveTo>
                    <a:pt x="15451" y="0"/>
                  </a:moveTo>
                  <a:lnTo>
                    <a:pt x="1964036" y="0"/>
                  </a:lnTo>
                  <a:cubicBezTo>
                    <a:pt x="1972570" y="0"/>
                    <a:pt x="1979488" y="6918"/>
                    <a:pt x="1979488" y="15451"/>
                  </a:cubicBezTo>
                  <a:lnTo>
                    <a:pt x="1979488" y="1281975"/>
                  </a:lnTo>
                  <a:cubicBezTo>
                    <a:pt x="1979488" y="1290508"/>
                    <a:pt x="1972570" y="1297426"/>
                    <a:pt x="1964036" y="1297426"/>
                  </a:cubicBezTo>
                  <a:lnTo>
                    <a:pt x="15451" y="1297426"/>
                  </a:lnTo>
                  <a:cubicBezTo>
                    <a:pt x="11353" y="1297426"/>
                    <a:pt x="7423" y="1295798"/>
                    <a:pt x="4526" y="1292900"/>
                  </a:cubicBezTo>
                  <a:cubicBezTo>
                    <a:pt x="1628" y="1290003"/>
                    <a:pt x="0" y="1286072"/>
                    <a:pt x="0" y="1281975"/>
                  </a:cubicBezTo>
                  <a:lnTo>
                    <a:pt x="0" y="15451"/>
                  </a:lnTo>
                  <a:cubicBezTo>
                    <a:pt x="0" y="6918"/>
                    <a:pt x="6918" y="0"/>
                    <a:pt x="15451" y="0"/>
                  </a:cubicBezTo>
                  <a:close/>
                </a:path>
              </a:pathLst>
            </a:custGeom>
            <a:solidFill>
              <a:srgbClr val="386CB4"/>
            </a:solidFill>
            <a:ln w="19050" cap="sq">
              <a:solidFill>
                <a:srgbClr val="6AB7E4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1979488" cy="13450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6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0333672" y="2582344"/>
            <a:ext cx="6899697" cy="3929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33"/>
              </a:lnSpc>
            </a:pPr>
            <a:r>
              <a:rPr lang="en-US" sz="1876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Al evaluar mis habilidades, reconozco tanto fortalezas como áreas que requieren atención. Considero que mis pequeñas bases en programación y habilidades blandas me dan algo de ventaja, pero sé que para avanzar en el mundo del desarrollo de software debo fortalecer mis conocimientos en bases de datos y perfeccionar mi comunicación técnica. Este reconocimiento no es una limitación, sino una oportunidad para crecer y prepararme mejor para los desafíos académicos o laborales futuros. Me comprometo a seguir aprendiendo con disciplina y enfoque para superar estos retos y avanzar con seguridad.</a:t>
            </a:r>
          </a:p>
        </p:txBody>
      </p:sp>
      <p:sp>
        <p:nvSpPr>
          <p:cNvPr id="30" name="Freeform 30">
            <a:hlinkClick r:id="rId11" action="ppaction://hlinksldjump"/>
          </p:cNvPr>
          <p:cNvSpPr/>
          <p:nvPr/>
        </p:nvSpPr>
        <p:spPr>
          <a:xfrm flipH="1">
            <a:off x="239022" y="224494"/>
            <a:ext cx="1832948" cy="804206"/>
          </a:xfrm>
          <a:custGeom>
            <a:avLst/>
            <a:gdLst/>
            <a:ahLst/>
            <a:cxnLst/>
            <a:rect l="l" t="t" r="r" b="b"/>
            <a:pathLst>
              <a:path w="1832948" h="804206">
                <a:moveTo>
                  <a:pt x="1832948" y="0"/>
                </a:moveTo>
                <a:lnTo>
                  <a:pt x="0" y="0"/>
                </a:lnTo>
                <a:lnTo>
                  <a:pt x="0" y="804206"/>
                </a:lnTo>
                <a:lnTo>
                  <a:pt x="1832948" y="804206"/>
                </a:lnTo>
                <a:lnTo>
                  <a:pt x="1832948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76173">
            <a:off x="-353024" y="8545488"/>
            <a:ext cx="18750609" cy="4299888"/>
          </a:xfrm>
          <a:custGeom>
            <a:avLst/>
            <a:gdLst/>
            <a:ahLst/>
            <a:cxnLst/>
            <a:rect l="l" t="t" r="r" b="b"/>
            <a:pathLst>
              <a:path w="18750609" h="4299888">
                <a:moveTo>
                  <a:pt x="0" y="0"/>
                </a:moveTo>
                <a:lnTo>
                  <a:pt x="18750609" y="0"/>
                </a:lnTo>
                <a:lnTo>
                  <a:pt x="18750609" y="4299888"/>
                </a:lnTo>
                <a:lnTo>
                  <a:pt x="0" y="42998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2000" r="-96827" b="-1203106"/>
            </a:stretch>
          </a:blipFill>
        </p:spPr>
      </p:sp>
      <p:sp>
        <p:nvSpPr>
          <p:cNvPr id="4" name="Freeform 4"/>
          <p:cNvSpPr/>
          <p:nvPr/>
        </p:nvSpPr>
        <p:spPr>
          <a:xfrm rot="29985">
            <a:off x="1130747" y="10101006"/>
            <a:ext cx="3729534" cy="843807"/>
          </a:xfrm>
          <a:custGeom>
            <a:avLst/>
            <a:gdLst/>
            <a:ahLst/>
            <a:cxnLst/>
            <a:rect l="l" t="t" r="r" b="b"/>
            <a:pathLst>
              <a:path w="3729534" h="843807">
                <a:moveTo>
                  <a:pt x="0" y="0"/>
                </a:moveTo>
                <a:lnTo>
                  <a:pt x="3729533" y="0"/>
                </a:lnTo>
                <a:lnTo>
                  <a:pt x="3729533" y="843807"/>
                </a:lnTo>
                <a:lnTo>
                  <a:pt x="0" y="8438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785528" flipH="1">
            <a:off x="5136990" y="8963077"/>
            <a:ext cx="1641997" cy="371502"/>
          </a:xfrm>
          <a:custGeom>
            <a:avLst/>
            <a:gdLst/>
            <a:ahLst/>
            <a:cxnLst/>
            <a:rect l="l" t="t" r="r" b="b"/>
            <a:pathLst>
              <a:path w="1641997" h="371502">
                <a:moveTo>
                  <a:pt x="1641997" y="0"/>
                </a:moveTo>
                <a:lnTo>
                  <a:pt x="0" y="0"/>
                </a:lnTo>
                <a:lnTo>
                  <a:pt x="0" y="371502"/>
                </a:lnTo>
                <a:lnTo>
                  <a:pt x="1641997" y="371502"/>
                </a:lnTo>
                <a:lnTo>
                  <a:pt x="1641997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51607" flipH="1">
            <a:off x="8504173" y="9771937"/>
            <a:ext cx="1716079" cy="388263"/>
          </a:xfrm>
          <a:custGeom>
            <a:avLst/>
            <a:gdLst/>
            <a:ahLst/>
            <a:cxnLst/>
            <a:rect l="l" t="t" r="r" b="b"/>
            <a:pathLst>
              <a:path w="1716079" h="388263">
                <a:moveTo>
                  <a:pt x="1716079" y="0"/>
                </a:moveTo>
                <a:lnTo>
                  <a:pt x="0" y="0"/>
                </a:lnTo>
                <a:lnTo>
                  <a:pt x="0" y="388263"/>
                </a:lnTo>
                <a:lnTo>
                  <a:pt x="1716079" y="388263"/>
                </a:lnTo>
                <a:lnTo>
                  <a:pt x="1716079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35003">
            <a:off x="14656771" y="9150086"/>
            <a:ext cx="1980881" cy="448174"/>
          </a:xfrm>
          <a:custGeom>
            <a:avLst/>
            <a:gdLst/>
            <a:ahLst/>
            <a:cxnLst/>
            <a:rect l="l" t="t" r="r" b="b"/>
            <a:pathLst>
              <a:path w="1980881" h="448174">
                <a:moveTo>
                  <a:pt x="0" y="0"/>
                </a:moveTo>
                <a:lnTo>
                  <a:pt x="1980881" y="0"/>
                </a:lnTo>
                <a:lnTo>
                  <a:pt x="1980881" y="448175"/>
                </a:lnTo>
                <a:lnTo>
                  <a:pt x="0" y="4481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4582254">
            <a:off x="478116" y="8864414"/>
            <a:ext cx="1839358" cy="3085769"/>
          </a:xfrm>
          <a:custGeom>
            <a:avLst/>
            <a:gdLst/>
            <a:ahLst/>
            <a:cxnLst/>
            <a:rect l="l" t="t" r="r" b="b"/>
            <a:pathLst>
              <a:path w="1839358" h="3085769">
                <a:moveTo>
                  <a:pt x="0" y="0"/>
                </a:moveTo>
                <a:lnTo>
                  <a:pt x="1839358" y="0"/>
                </a:lnTo>
                <a:lnTo>
                  <a:pt x="1839358" y="3085769"/>
                </a:lnTo>
                <a:lnTo>
                  <a:pt x="0" y="3085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2913" t="-32250" r="-456244" b="-86436"/>
            </a:stretch>
          </a:blipFill>
        </p:spPr>
      </p:sp>
      <p:sp>
        <p:nvSpPr>
          <p:cNvPr id="9" name="Freeform 9"/>
          <p:cNvSpPr/>
          <p:nvPr/>
        </p:nvSpPr>
        <p:spPr>
          <a:xfrm rot="-3352254">
            <a:off x="6831466" y="7691376"/>
            <a:ext cx="1839358" cy="3085769"/>
          </a:xfrm>
          <a:custGeom>
            <a:avLst/>
            <a:gdLst/>
            <a:ahLst/>
            <a:cxnLst/>
            <a:rect l="l" t="t" r="r" b="b"/>
            <a:pathLst>
              <a:path w="1839358" h="3085769">
                <a:moveTo>
                  <a:pt x="0" y="0"/>
                </a:moveTo>
                <a:lnTo>
                  <a:pt x="1839358" y="0"/>
                </a:lnTo>
                <a:lnTo>
                  <a:pt x="1839358" y="3085769"/>
                </a:lnTo>
                <a:lnTo>
                  <a:pt x="0" y="3085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2913" t="-32250" r="-456244" b="-86436"/>
            </a:stretch>
          </a:blipFill>
        </p:spPr>
      </p:sp>
      <p:sp>
        <p:nvSpPr>
          <p:cNvPr id="10" name="Freeform 10"/>
          <p:cNvSpPr/>
          <p:nvPr/>
        </p:nvSpPr>
        <p:spPr>
          <a:xfrm rot="-5737372">
            <a:off x="13045616" y="8193373"/>
            <a:ext cx="1849320" cy="3188012"/>
          </a:xfrm>
          <a:custGeom>
            <a:avLst/>
            <a:gdLst/>
            <a:ahLst/>
            <a:cxnLst/>
            <a:rect l="l" t="t" r="r" b="b"/>
            <a:pathLst>
              <a:path w="1849320" h="3188012">
                <a:moveTo>
                  <a:pt x="0" y="0"/>
                </a:moveTo>
                <a:lnTo>
                  <a:pt x="1849321" y="0"/>
                </a:lnTo>
                <a:lnTo>
                  <a:pt x="1849321" y="3188012"/>
                </a:lnTo>
                <a:lnTo>
                  <a:pt x="0" y="31880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3674" t="-30318" r="-458140" b="-83092"/>
            </a:stretch>
          </a:blipFill>
        </p:spPr>
      </p:sp>
      <p:sp>
        <p:nvSpPr>
          <p:cNvPr id="11" name="Freeform 11"/>
          <p:cNvSpPr/>
          <p:nvPr/>
        </p:nvSpPr>
        <p:spPr>
          <a:xfrm rot="-3050727">
            <a:off x="10099235" y="8543941"/>
            <a:ext cx="1837874" cy="3120681"/>
          </a:xfrm>
          <a:custGeom>
            <a:avLst/>
            <a:gdLst/>
            <a:ahLst/>
            <a:cxnLst/>
            <a:rect l="l" t="t" r="r" b="b"/>
            <a:pathLst>
              <a:path w="1837874" h="3120681">
                <a:moveTo>
                  <a:pt x="0" y="0"/>
                </a:moveTo>
                <a:lnTo>
                  <a:pt x="1837874" y="0"/>
                </a:lnTo>
                <a:lnTo>
                  <a:pt x="1837874" y="3120681"/>
                </a:lnTo>
                <a:lnTo>
                  <a:pt x="0" y="31206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0593" t="-30962" r="-453963" b="-84068"/>
            </a:stretch>
          </a:blipFill>
        </p:spPr>
      </p:sp>
      <p:sp>
        <p:nvSpPr>
          <p:cNvPr id="12" name="Freeform 12"/>
          <p:cNvSpPr/>
          <p:nvPr/>
        </p:nvSpPr>
        <p:spPr>
          <a:xfrm rot="-5541612">
            <a:off x="3506872" y="7927218"/>
            <a:ext cx="1854445" cy="3111079"/>
          </a:xfrm>
          <a:custGeom>
            <a:avLst/>
            <a:gdLst/>
            <a:ahLst/>
            <a:cxnLst/>
            <a:rect l="l" t="t" r="r" b="b"/>
            <a:pathLst>
              <a:path w="1854445" h="3111079">
                <a:moveTo>
                  <a:pt x="0" y="0"/>
                </a:moveTo>
                <a:lnTo>
                  <a:pt x="1854445" y="0"/>
                </a:lnTo>
                <a:lnTo>
                  <a:pt x="1854445" y="3111079"/>
                </a:lnTo>
                <a:lnTo>
                  <a:pt x="0" y="31110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2913" t="-32250" r="-456244" b="-86436"/>
            </a:stretch>
          </a:blipFill>
        </p:spPr>
      </p:sp>
      <p:sp>
        <p:nvSpPr>
          <p:cNvPr id="13" name="Freeform 13"/>
          <p:cNvSpPr/>
          <p:nvPr/>
        </p:nvSpPr>
        <p:spPr>
          <a:xfrm rot="-3162241">
            <a:off x="16289315" y="8094089"/>
            <a:ext cx="1839358" cy="3085769"/>
          </a:xfrm>
          <a:custGeom>
            <a:avLst/>
            <a:gdLst/>
            <a:ahLst/>
            <a:cxnLst/>
            <a:rect l="l" t="t" r="r" b="b"/>
            <a:pathLst>
              <a:path w="1839358" h="3085769">
                <a:moveTo>
                  <a:pt x="0" y="0"/>
                </a:moveTo>
                <a:lnTo>
                  <a:pt x="1839358" y="0"/>
                </a:lnTo>
                <a:lnTo>
                  <a:pt x="1839358" y="3085769"/>
                </a:lnTo>
                <a:lnTo>
                  <a:pt x="0" y="3085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2913" t="-32250" r="-456244" b="-86436"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9065301" y="8593089"/>
            <a:ext cx="247773" cy="1284056"/>
            <a:chOff x="0" y="0"/>
            <a:chExt cx="330364" cy="1712074"/>
          </a:xfrm>
        </p:grpSpPr>
        <p:sp>
          <p:nvSpPr>
            <p:cNvPr id="15" name="AutoShape 15"/>
            <p:cNvSpPr/>
            <p:nvPr/>
          </p:nvSpPr>
          <p:spPr>
            <a:xfrm rot="-5416219">
              <a:off x="-536161" y="961746"/>
              <a:ext cx="1402686" cy="0"/>
            </a:xfrm>
            <a:prstGeom prst="line">
              <a:avLst/>
            </a:prstGeom>
            <a:ln w="24166" cap="flat">
              <a:solidFill>
                <a:srgbClr val="1EFFFF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16" name="Group 16"/>
            <p:cNvGrpSpPr/>
            <p:nvPr/>
          </p:nvGrpSpPr>
          <p:grpSpPr>
            <a:xfrm rot="-16219">
              <a:off x="97355" y="1638573"/>
              <a:ext cx="135654" cy="73182"/>
              <a:chOff x="0" y="0"/>
              <a:chExt cx="812800" cy="438483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43848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38483">
                    <a:moveTo>
                      <a:pt x="406400" y="0"/>
                    </a:moveTo>
                    <a:cubicBezTo>
                      <a:pt x="181951" y="0"/>
                      <a:pt x="0" y="98158"/>
                      <a:pt x="0" y="219241"/>
                    </a:cubicBezTo>
                    <a:cubicBezTo>
                      <a:pt x="0" y="340325"/>
                      <a:pt x="181951" y="438483"/>
                      <a:pt x="406400" y="438483"/>
                    </a:cubicBezTo>
                    <a:cubicBezTo>
                      <a:pt x="630849" y="438483"/>
                      <a:pt x="812800" y="340325"/>
                      <a:pt x="812800" y="219241"/>
                    </a:cubicBezTo>
                    <a:cubicBezTo>
                      <a:pt x="812800" y="98158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EFFFF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6200" y="3008"/>
                <a:ext cx="660400" cy="394367"/>
              </a:xfrm>
              <a:prstGeom prst="rect">
                <a:avLst/>
              </a:prstGeom>
            </p:spPr>
            <p:txBody>
              <a:bodyPr lIns="77222" tIns="77222" rIns="77222" bIns="77222" rtlCol="0" anchor="ctr"/>
              <a:lstStyle/>
              <a:p>
                <a:pPr algn="ctr">
                  <a:lnSpc>
                    <a:spcPts val="2141"/>
                  </a:lnSpc>
                </a:pPr>
                <a:endParaRPr/>
              </a:p>
            </p:txBody>
          </p:sp>
        </p:grpSp>
        <p:sp>
          <p:nvSpPr>
            <p:cNvPr id="19" name="Freeform 19"/>
            <p:cNvSpPr/>
            <p:nvPr/>
          </p:nvSpPr>
          <p:spPr>
            <a:xfrm rot="-7322834">
              <a:off x="45331" y="45331"/>
              <a:ext cx="239702" cy="239702"/>
            </a:xfrm>
            <a:custGeom>
              <a:avLst/>
              <a:gdLst/>
              <a:ahLst/>
              <a:cxnLst/>
              <a:rect l="l" t="t" r="r" b="b"/>
              <a:pathLst>
                <a:path w="239702" h="239702">
                  <a:moveTo>
                    <a:pt x="0" y="0"/>
                  </a:moveTo>
                  <a:lnTo>
                    <a:pt x="239702" y="0"/>
                  </a:lnTo>
                  <a:lnTo>
                    <a:pt x="239702" y="239702"/>
                  </a:lnTo>
                  <a:lnTo>
                    <a:pt x="0" y="239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4696441" y="3321454"/>
            <a:ext cx="8660705" cy="866274"/>
            <a:chOff x="0" y="0"/>
            <a:chExt cx="2281009" cy="22815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281009" cy="228154"/>
            </a:xfrm>
            <a:custGeom>
              <a:avLst/>
              <a:gdLst/>
              <a:ahLst/>
              <a:cxnLst/>
              <a:rect l="l" t="t" r="r" b="b"/>
              <a:pathLst>
                <a:path w="2281009" h="228154">
                  <a:moveTo>
                    <a:pt x="13409" y="0"/>
                  </a:moveTo>
                  <a:lnTo>
                    <a:pt x="2267600" y="0"/>
                  </a:lnTo>
                  <a:cubicBezTo>
                    <a:pt x="2275005" y="0"/>
                    <a:pt x="2281009" y="6003"/>
                    <a:pt x="2281009" y="13409"/>
                  </a:cubicBezTo>
                  <a:lnTo>
                    <a:pt x="2281009" y="214746"/>
                  </a:lnTo>
                  <a:cubicBezTo>
                    <a:pt x="2281009" y="222151"/>
                    <a:pt x="2275005" y="228154"/>
                    <a:pt x="2267600" y="228154"/>
                  </a:cubicBezTo>
                  <a:lnTo>
                    <a:pt x="13409" y="228154"/>
                  </a:lnTo>
                  <a:cubicBezTo>
                    <a:pt x="6003" y="228154"/>
                    <a:pt x="0" y="222151"/>
                    <a:pt x="0" y="214746"/>
                  </a:cubicBezTo>
                  <a:lnTo>
                    <a:pt x="0" y="13409"/>
                  </a:lnTo>
                  <a:cubicBezTo>
                    <a:pt x="0" y="6003"/>
                    <a:pt x="6003" y="0"/>
                    <a:pt x="13409" y="0"/>
                  </a:cubicBezTo>
                  <a:close/>
                </a:path>
              </a:pathLst>
            </a:custGeom>
            <a:solidFill>
              <a:srgbClr val="386CB4">
                <a:alpha val="87843"/>
              </a:srgbClr>
            </a:solidFill>
            <a:ln w="19050" cap="sq">
              <a:solidFill>
                <a:srgbClr val="6AB7E4">
                  <a:alpha val="87843"/>
                </a:srgbClr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2281009" cy="2757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6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696441" y="4336152"/>
            <a:ext cx="8660705" cy="866274"/>
            <a:chOff x="0" y="0"/>
            <a:chExt cx="2281009" cy="22815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281009" cy="228154"/>
            </a:xfrm>
            <a:custGeom>
              <a:avLst/>
              <a:gdLst/>
              <a:ahLst/>
              <a:cxnLst/>
              <a:rect l="l" t="t" r="r" b="b"/>
              <a:pathLst>
                <a:path w="2281009" h="228154">
                  <a:moveTo>
                    <a:pt x="13409" y="0"/>
                  </a:moveTo>
                  <a:lnTo>
                    <a:pt x="2267600" y="0"/>
                  </a:lnTo>
                  <a:cubicBezTo>
                    <a:pt x="2275005" y="0"/>
                    <a:pt x="2281009" y="6003"/>
                    <a:pt x="2281009" y="13409"/>
                  </a:cubicBezTo>
                  <a:lnTo>
                    <a:pt x="2281009" y="214746"/>
                  </a:lnTo>
                  <a:cubicBezTo>
                    <a:pt x="2281009" y="222151"/>
                    <a:pt x="2275005" y="228154"/>
                    <a:pt x="2267600" y="228154"/>
                  </a:cubicBezTo>
                  <a:lnTo>
                    <a:pt x="13409" y="228154"/>
                  </a:lnTo>
                  <a:cubicBezTo>
                    <a:pt x="6003" y="228154"/>
                    <a:pt x="0" y="222151"/>
                    <a:pt x="0" y="214746"/>
                  </a:cubicBezTo>
                  <a:lnTo>
                    <a:pt x="0" y="13409"/>
                  </a:lnTo>
                  <a:cubicBezTo>
                    <a:pt x="0" y="6003"/>
                    <a:pt x="6003" y="0"/>
                    <a:pt x="13409" y="0"/>
                  </a:cubicBezTo>
                  <a:close/>
                </a:path>
              </a:pathLst>
            </a:custGeom>
            <a:solidFill>
              <a:srgbClr val="386CB4">
                <a:alpha val="87843"/>
              </a:srgbClr>
            </a:solidFill>
            <a:ln w="19050" cap="sq">
              <a:solidFill>
                <a:srgbClr val="6AB7E4">
                  <a:alpha val="87843"/>
                </a:srgbClr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2281009" cy="2757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6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696441" y="5354826"/>
            <a:ext cx="8660705" cy="866274"/>
            <a:chOff x="0" y="0"/>
            <a:chExt cx="2281009" cy="22815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281009" cy="228154"/>
            </a:xfrm>
            <a:custGeom>
              <a:avLst/>
              <a:gdLst/>
              <a:ahLst/>
              <a:cxnLst/>
              <a:rect l="l" t="t" r="r" b="b"/>
              <a:pathLst>
                <a:path w="2281009" h="228154">
                  <a:moveTo>
                    <a:pt x="13409" y="0"/>
                  </a:moveTo>
                  <a:lnTo>
                    <a:pt x="2267600" y="0"/>
                  </a:lnTo>
                  <a:cubicBezTo>
                    <a:pt x="2275005" y="0"/>
                    <a:pt x="2281009" y="6003"/>
                    <a:pt x="2281009" y="13409"/>
                  </a:cubicBezTo>
                  <a:lnTo>
                    <a:pt x="2281009" y="214746"/>
                  </a:lnTo>
                  <a:cubicBezTo>
                    <a:pt x="2281009" y="222151"/>
                    <a:pt x="2275005" y="228154"/>
                    <a:pt x="2267600" y="228154"/>
                  </a:cubicBezTo>
                  <a:lnTo>
                    <a:pt x="13409" y="228154"/>
                  </a:lnTo>
                  <a:cubicBezTo>
                    <a:pt x="6003" y="228154"/>
                    <a:pt x="0" y="222151"/>
                    <a:pt x="0" y="214746"/>
                  </a:cubicBezTo>
                  <a:lnTo>
                    <a:pt x="0" y="13409"/>
                  </a:lnTo>
                  <a:cubicBezTo>
                    <a:pt x="0" y="6003"/>
                    <a:pt x="6003" y="0"/>
                    <a:pt x="13409" y="0"/>
                  </a:cubicBezTo>
                  <a:close/>
                </a:path>
              </a:pathLst>
            </a:custGeom>
            <a:solidFill>
              <a:srgbClr val="386CB4">
                <a:alpha val="87843"/>
              </a:srgbClr>
            </a:solidFill>
            <a:ln w="19050" cap="sq">
              <a:solidFill>
                <a:srgbClr val="6AB7E4">
                  <a:alpha val="87843"/>
                </a:srgbClr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2281009" cy="2757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6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696441" y="6373500"/>
            <a:ext cx="8660705" cy="1466026"/>
            <a:chOff x="0" y="0"/>
            <a:chExt cx="2281009" cy="38611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281009" cy="386114"/>
            </a:xfrm>
            <a:custGeom>
              <a:avLst/>
              <a:gdLst/>
              <a:ahLst/>
              <a:cxnLst/>
              <a:rect l="l" t="t" r="r" b="b"/>
              <a:pathLst>
                <a:path w="2281009" h="386114">
                  <a:moveTo>
                    <a:pt x="13409" y="0"/>
                  </a:moveTo>
                  <a:lnTo>
                    <a:pt x="2267600" y="0"/>
                  </a:lnTo>
                  <a:cubicBezTo>
                    <a:pt x="2275005" y="0"/>
                    <a:pt x="2281009" y="6003"/>
                    <a:pt x="2281009" y="13409"/>
                  </a:cubicBezTo>
                  <a:lnTo>
                    <a:pt x="2281009" y="372705"/>
                  </a:lnTo>
                  <a:cubicBezTo>
                    <a:pt x="2281009" y="380110"/>
                    <a:pt x="2275005" y="386114"/>
                    <a:pt x="2267600" y="386114"/>
                  </a:cubicBezTo>
                  <a:lnTo>
                    <a:pt x="13409" y="386114"/>
                  </a:lnTo>
                  <a:cubicBezTo>
                    <a:pt x="6003" y="386114"/>
                    <a:pt x="0" y="380110"/>
                    <a:pt x="0" y="372705"/>
                  </a:cubicBezTo>
                  <a:lnTo>
                    <a:pt x="0" y="13409"/>
                  </a:lnTo>
                  <a:cubicBezTo>
                    <a:pt x="0" y="6003"/>
                    <a:pt x="6003" y="0"/>
                    <a:pt x="13409" y="0"/>
                  </a:cubicBezTo>
                  <a:close/>
                </a:path>
              </a:pathLst>
            </a:custGeom>
            <a:solidFill>
              <a:srgbClr val="386CB4">
                <a:alpha val="87843"/>
              </a:srgbClr>
            </a:solidFill>
            <a:ln w="19050" cap="sq">
              <a:solidFill>
                <a:srgbClr val="6AB7E4">
                  <a:alpha val="87843"/>
                </a:srgbClr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2281009" cy="4337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6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354207" y="1818304"/>
            <a:ext cx="3445610" cy="3445610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-2527" t="-21065" r="-18537"/>
              </a:stretch>
            </a:blipFill>
          </p:spPr>
        </p:sp>
      </p:grpSp>
      <p:grpSp>
        <p:nvGrpSpPr>
          <p:cNvPr id="34" name="Group 34"/>
          <p:cNvGrpSpPr/>
          <p:nvPr/>
        </p:nvGrpSpPr>
        <p:grpSpPr>
          <a:xfrm>
            <a:off x="354207" y="5484131"/>
            <a:ext cx="3445610" cy="3445610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36" name="Group 36"/>
          <p:cNvGrpSpPr/>
          <p:nvPr/>
        </p:nvGrpSpPr>
        <p:grpSpPr>
          <a:xfrm>
            <a:off x="14386856" y="1818304"/>
            <a:ext cx="3445610" cy="3445610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0"/>
              <a:stretch>
                <a:fillRect l="-12478" r="-12478"/>
              </a:stretch>
            </a:blipFill>
          </p:spPr>
        </p:sp>
      </p:grpSp>
      <p:grpSp>
        <p:nvGrpSpPr>
          <p:cNvPr id="38" name="Group 38"/>
          <p:cNvGrpSpPr/>
          <p:nvPr/>
        </p:nvGrpSpPr>
        <p:grpSpPr>
          <a:xfrm>
            <a:off x="14252496" y="5484131"/>
            <a:ext cx="3445610" cy="3445610"/>
            <a:chOff x="0" y="0"/>
            <a:chExt cx="812800" cy="812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1"/>
              <a:stretch>
                <a:fillRect/>
              </a:stretch>
            </a:blipFill>
          </p:spPr>
        </p:sp>
      </p:grpSp>
      <p:sp>
        <p:nvSpPr>
          <p:cNvPr id="40" name="TextBox 40"/>
          <p:cNvSpPr txBox="1"/>
          <p:nvPr/>
        </p:nvSpPr>
        <p:spPr>
          <a:xfrm>
            <a:off x="3206979" y="756907"/>
            <a:ext cx="12440232" cy="1019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en-US" sz="5999" b="1" u="none" strike="noStrike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Vinculación Universidad-Empresa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799817" y="2042851"/>
            <a:ext cx="10296555" cy="809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6"/>
              </a:lnSpc>
            </a:pPr>
            <a:r>
              <a:rPr lang="en-US" sz="2176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Mi universidad, la Universidad Católica de El Salvador, me brinda oportunidades para relacionarme con empresas a través de: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747907" y="3408041"/>
            <a:ext cx="6943247" cy="588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2"/>
              </a:lnSpc>
            </a:pPr>
            <a:r>
              <a:rPr lang="en-US" sz="32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Convenios con empresas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326929" y="4326627"/>
            <a:ext cx="7364225" cy="859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6"/>
              </a:lnSpc>
            </a:pPr>
            <a:r>
              <a:rPr lang="en-US" sz="28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Formación dual (teoría + práctica real en empresas)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476471" y="5440551"/>
            <a:ext cx="7422291" cy="588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2"/>
              </a:lnSpc>
            </a:pPr>
            <a:r>
              <a:rPr lang="en-US" sz="32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Programas de empleabilidad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476471" y="6380332"/>
            <a:ext cx="6943247" cy="1197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32"/>
              </a:lnSpc>
            </a:pPr>
            <a:r>
              <a:rPr lang="en-US" sz="3200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Participación en redes como CIESCE y alianzas internacionales</a:t>
            </a:r>
          </a:p>
        </p:txBody>
      </p:sp>
      <p:sp>
        <p:nvSpPr>
          <p:cNvPr id="46" name="Freeform 46">
            <a:hlinkClick r:id="rId12" action="ppaction://hlinksldjump"/>
          </p:cNvPr>
          <p:cNvSpPr/>
          <p:nvPr/>
        </p:nvSpPr>
        <p:spPr>
          <a:xfrm flipH="1">
            <a:off x="239022" y="224494"/>
            <a:ext cx="1832948" cy="804206"/>
          </a:xfrm>
          <a:custGeom>
            <a:avLst/>
            <a:gdLst/>
            <a:ahLst/>
            <a:cxnLst/>
            <a:rect l="l" t="t" r="r" b="b"/>
            <a:pathLst>
              <a:path w="1832948" h="804206">
                <a:moveTo>
                  <a:pt x="1832948" y="0"/>
                </a:moveTo>
                <a:lnTo>
                  <a:pt x="0" y="0"/>
                </a:lnTo>
                <a:lnTo>
                  <a:pt x="0" y="804206"/>
                </a:lnTo>
                <a:lnTo>
                  <a:pt x="1832948" y="804206"/>
                </a:lnTo>
                <a:lnTo>
                  <a:pt x="1832948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76173">
            <a:off x="-302584" y="7108356"/>
            <a:ext cx="18750609" cy="4299888"/>
          </a:xfrm>
          <a:custGeom>
            <a:avLst/>
            <a:gdLst/>
            <a:ahLst/>
            <a:cxnLst/>
            <a:rect l="l" t="t" r="r" b="b"/>
            <a:pathLst>
              <a:path w="18750609" h="4299888">
                <a:moveTo>
                  <a:pt x="0" y="0"/>
                </a:moveTo>
                <a:lnTo>
                  <a:pt x="18750609" y="0"/>
                </a:lnTo>
                <a:lnTo>
                  <a:pt x="18750609" y="4299888"/>
                </a:lnTo>
                <a:lnTo>
                  <a:pt x="0" y="42998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2000" r="-96827" b="-1203106"/>
            </a:stretch>
          </a:blipFill>
        </p:spPr>
      </p:sp>
      <p:sp>
        <p:nvSpPr>
          <p:cNvPr id="4" name="Freeform 4"/>
          <p:cNvSpPr/>
          <p:nvPr/>
        </p:nvSpPr>
        <p:spPr>
          <a:xfrm rot="29985">
            <a:off x="1181186" y="8663874"/>
            <a:ext cx="3729534" cy="843807"/>
          </a:xfrm>
          <a:custGeom>
            <a:avLst/>
            <a:gdLst/>
            <a:ahLst/>
            <a:cxnLst/>
            <a:rect l="l" t="t" r="r" b="b"/>
            <a:pathLst>
              <a:path w="3729534" h="843807">
                <a:moveTo>
                  <a:pt x="0" y="0"/>
                </a:moveTo>
                <a:lnTo>
                  <a:pt x="3729534" y="0"/>
                </a:lnTo>
                <a:lnTo>
                  <a:pt x="3729534" y="843807"/>
                </a:lnTo>
                <a:lnTo>
                  <a:pt x="0" y="8438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785528" flipH="1">
            <a:off x="5187430" y="7525945"/>
            <a:ext cx="1641997" cy="371502"/>
          </a:xfrm>
          <a:custGeom>
            <a:avLst/>
            <a:gdLst/>
            <a:ahLst/>
            <a:cxnLst/>
            <a:rect l="l" t="t" r="r" b="b"/>
            <a:pathLst>
              <a:path w="1641997" h="371502">
                <a:moveTo>
                  <a:pt x="1641997" y="0"/>
                </a:moveTo>
                <a:lnTo>
                  <a:pt x="0" y="0"/>
                </a:lnTo>
                <a:lnTo>
                  <a:pt x="0" y="371502"/>
                </a:lnTo>
                <a:lnTo>
                  <a:pt x="1641997" y="371502"/>
                </a:lnTo>
                <a:lnTo>
                  <a:pt x="1641997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51607" flipH="1">
            <a:off x="8554613" y="8334805"/>
            <a:ext cx="1716079" cy="388263"/>
          </a:xfrm>
          <a:custGeom>
            <a:avLst/>
            <a:gdLst/>
            <a:ahLst/>
            <a:cxnLst/>
            <a:rect l="l" t="t" r="r" b="b"/>
            <a:pathLst>
              <a:path w="1716079" h="388263">
                <a:moveTo>
                  <a:pt x="1716079" y="0"/>
                </a:moveTo>
                <a:lnTo>
                  <a:pt x="0" y="0"/>
                </a:lnTo>
                <a:lnTo>
                  <a:pt x="0" y="388263"/>
                </a:lnTo>
                <a:lnTo>
                  <a:pt x="1716079" y="388263"/>
                </a:lnTo>
                <a:lnTo>
                  <a:pt x="1716079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35003">
            <a:off x="14707211" y="7712954"/>
            <a:ext cx="1980881" cy="448174"/>
          </a:xfrm>
          <a:custGeom>
            <a:avLst/>
            <a:gdLst/>
            <a:ahLst/>
            <a:cxnLst/>
            <a:rect l="l" t="t" r="r" b="b"/>
            <a:pathLst>
              <a:path w="1980881" h="448174">
                <a:moveTo>
                  <a:pt x="0" y="0"/>
                </a:moveTo>
                <a:lnTo>
                  <a:pt x="1980880" y="0"/>
                </a:lnTo>
                <a:lnTo>
                  <a:pt x="1980880" y="448175"/>
                </a:lnTo>
                <a:lnTo>
                  <a:pt x="0" y="4481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29985" flipH="1" flipV="1">
            <a:off x="10061938" y="9159911"/>
            <a:ext cx="3409294" cy="771353"/>
          </a:xfrm>
          <a:custGeom>
            <a:avLst/>
            <a:gdLst/>
            <a:ahLst/>
            <a:cxnLst/>
            <a:rect l="l" t="t" r="r" b="b"/>
            <a:pathLst>
              <a:path w="3409294" h="771353">
                <a:moveTo>
                  <a:pt x="3409294" y="771353"/>
                </a:moveTo>
                <a:lnTo>
                  <a:pt x="0" y="771353"/>
                </a:lnTo>
                <a:lnTo>
                  <a:pt x="0" y="0"/>
                </a:lnTo>
                <a:lnTo>
                  <a:pt x="3409294" y="0"/>
                </a:lnTo>
                <a:lnTo>
                  <a:pt x="3409294" y="771353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4582254">
            <a:off x="528555" y="7427282"/>
            <a:ext cx="1839358" cy="3085769"/>
          </a:xfrm>
          <a:custGeom>
            <a:avLst/>
            <a:gdLst/>
            <a:ahLst/>
            <a:cxnLst/>
            <a:rect l="l" t="t" r="r" b="b"/>
            <a:pathLst>
              <a:path w="1839358" h="3085769">
                <a:moveTo>
                  <a:pt x="0" y="0"/>
                </a:moveTo>
                <a:lnTo>
                  <a:pt x="1839359" y="0"/>
                </a:lnTo>
                <a:lnTo>
                  <a:pt x="1839359" y="3085769"/>
                </a:lnTo>
                <a:lnTo>
                  <a:pt x="0" y="3085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2913" t="-32250" r="-456244" b="-86436"/>
            </a:stretch>
          </a:blipFill>
        </p:spPr>
      </p:sp>
      <p:sp>
        <p:nvSpPr>
          <p:cNvPr id="10" name="Freeform 10"/>
          <p:cNvSpPr/>
          <p:nvPr/>
        </p:nvSpPr>
        <p:spPr>
          <a:xfrm rot="-3352254">
            <a:off x="6881906" y="6254244"/>
            <a:ext cx="1839358" cy="3085769"/>
          </a:xfrm>
          <a:custGeom>
            <a:avLst/>
            <a:gdLst/>
            <a:ahLst/>
            <a:cxnLst/>
            <a:rect l="l" t="t" r="r" b="b"/>
            <a:pathLst>
              <a:path w="1839358" h="3085769">
                <a:moveTo>
                  <a:pt x="0" y="0"/>
                </a:moveTo>
                <a:lnTo>
                  <a:pt x="1839358" y="0"/>
                </a:lnTo>
                <a:lnTo>
                  <a:pt x="1839358" y="3085769"/>
                </a:lnTo>
                <a:lnTo>
                  <a:pt x="0" y="3085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2913" t="-32250" r="-456244" b="-86436"/>
            </a:stretch>
          </a:blipFill>
        </p:spPr>
      </p:sp>
      <p:sp>
        <p:nvSpPr>
          <p:cNvPr id="11" name="Freeform 11"/>
          <p:cNvSpPr/>
          <p:nvPr/>
        </p:nvSpPr>
        <p:spPr>
          <a:xfrm rot="-5737372">
            <a:off x="13096056" y="6756241"/>
            <a:ext cx="1849320" cy="3188012"/>
          </a:xfrm>
          <a:custGeom>
            <a:avLst/>
            <a:gdLst/>
            <a:ahLst/>
            <a:cxnLst/>
            <a:rect l="l" t="t" r="r" b="b"/>
            <a:pathLst>
              <a:path w="1849320" h="3188012">
                <a:moveTo>
                  <a:pt x="0" y="0"/>
                </a:moveTo>
                <a:lnTo>
                  <a:pt x="1849320" y="0"/>
                </a:lnTo>
                <a:lnTo>
                  <a:pt x="1849320" y="3188012"/>
                </a:lnTo>
                <a:lnTo>
                  <a:pt x="0" y="31880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3674" t="-30318" r="-458140" b="-83092"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16696126" y="871207"/>
            <a:ext cx="1894194" cy="1894194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AB7E4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1180" tIns="31180" rIns="31180" bIns="31180" rtlCol="0" anchor="ctr"/>
            <a:lstStyle/>
            <a:p>
              <a:pPr algn="ctr">
                <a:lnSpc>
                  <a:spcPts val="163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6468055" y="555508"/>
            <a:ext cx="2525592" cy="2525592"/>
          </a:xfrm>
          <a:custGeom>
            <a:avLst/>
            <a:gdLst/>
            <a:ahLst/>
            <a:cxnLst/>
            <a:rect l="l" t="t" r="r" b="b"/>
            <a:pathLst>
              <a:path w="2525592" h="2525592">
                <a:moveTo>
                  <a:pt x="0" y="0"/>
                </a:moveTo>
                <a:lnTo>
                  <a:pt x="2525592" y="0"/>
                </a:lnTo>
                <a:lnTo>
                  <a:pt x="2525592" y="2525592"/>
                </a:lnTo>
                <a:lnTo>
                  <a:pt x="0" y="25255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3050727">
            <a:off x="10149674" y="7106809"/>
            <a:ext cx="1837874" cy="3120681"/>
          </a:xfrm>
          <a:custGeom>
            <a:avLst/>
            <a:gdLst/>
            <a:ahLst/>
            <a:cxnLst/>
            <a:rect l="l" t="t" r="r" b="b"/>
            <a:pathLst>
              <a:path w="1837874" h="3120681">
                <a:moveTo>
                  <a:pt x="0" y="0"/>
                </a:moveTo>
                <a:lnTo>
                  <a:pt x="1837874" y="0"/>
                </a:lnTo>
                <a:lnTo>
                  <a:pt x="1837874" y="3120681"/>
                </a:lnTo>
                <a:lnTo>
                  <a:pt x="0" y="31206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0593" t="-30962" r="-453963" b="-84068"/>
            </a:stretch>
          </a:blipFill>
        </p:spPr>
      </p:sp>
      <p:sp>
        <p:nvSpPr>
          <p:cNvPr id="17" name="Freeform 17"/>
          <p:cNvSpPr/>
          <p:nvPr/>
        </p:nvSpPr>
        <p:spPr>
          <a:xfrm rot="-5541612">
            <a:off x="3557312" y="6490086"/>
            <a:ext cx="1854445" cy="3111079"/>
          </a:xfrm>
          <a:custGeom>
            <a:avLst/>
            <a:gdLst/>
            <a:ahLst/>
            <a:cxnLst/>
            <a:rect l="l" t="t" r="r" b="b"/>
            <a:pathLst>
              <a:path w="1854445" h="3111079">
                <a:moveTo>
                  <a:pt x="0" y="0"/>
                </a:moveTo>
                <a:lnTo>
                  <a:pt x="1854445" y="0"/>
                </a:lnTo>
                <a:lnTo>
                  <a:pt x="1854445" y="3111079"/>
                </a:lnTo>
                <a:lnTo>
                  <a:pt x="0" y="31110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2913" t="-32250" r="-456244" b="-86436"/>
            </a:stretch>
          </a:blipFill>
        </p:spPr>
      </p:sp>
      <p:sp>
        <p:nvSpPr>
          <p:cNvPr id="18" name="Freeform 18"/>
          <p:cNvSpPr/>
          <p:nvPr/>
        </p:nvSpPr>
        <p:spPr>
          <a:xfrm rot="-3162241">
            <a:off x="16339755" y="6656957"/>
            <a:ext cx="1839358" cy="3085769"/>
          </a:xfrm>
          <a:custGeom>
            <a:avLst/>
            <a:gdLst/>
            <a:ahLst/>
            <a:cxnLst/>
            <a:rect l="l" t="t" r="r" b="b"/>
            <a:pathLst>
              <a:path w="1839358" h="3085769">
                <a:moveTo>
                  <a:pt x="0" y="0"/>
                </a:moveTo>
                <a:lnTo>
                  <a:pt x="1839358" y="0"/>
                </a:lnTo>
                <a:lnTo>
                  <a:pt x="1839358" y="3085769"/>
                </a:lnTo>
                <a:lnTo>
                  <a:pt x="0" y="3085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2913" t="-32250" r="-456244" b="-86436"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2379894" y="8196115"/>
            <a:ext cx="247773" cy="1284056"/>
            <a:chOff x="0" y="0"/>
            <a:chExt cx="330364" cy="1712074"/>
          </a:xfrm>
        </p:grpSpPr>
        <p:sp>
          <p:nvSpPr>
            <p:cNvPr id="20" name="AutoShape 20"/>
            <p:cNvSpPr/>
            <p:nvPr/>
          </p:nvSpPr>
          <p:spPr>
            <a:xfrm rot="-5416219">
              <a:off x="-536161" y="961746"/>
              <a:ext cx="1402686" cy="0"/>
            </a:xfrm>
            <a:prstGeom prst="line">
              <a:avLst/>
            </a:prstGeom>
            <a:ln w="24166" cap="flat">
              <a:solidFill>
                <a:srgbClr val="1EFFFF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21" name="Group 21"/>
            <p:cNvGrpSpPr/>
            <p:nvPr/>
          </p:nvGrpSpPr>
          <p:grpSpPr>
            <a:xfrm rot="-16219">
              <a:off x="97355" y="1638573"/>
              <a:ext cx="135654" cy="73182"/>
              <a:chOff x="0" y="0"/>
              <a:chExt cx="812800" cy="438483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43848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38483">
                    <a:moveTo>
                      <a:pt x="406400" y="0"/>
                    </a:moveTo>
                    <a:cubicBezTo>
                      <a:pt x="181951" y="0"/>
                      <a:pt x="0" y="98158"/>
                      <a:pt x="0" y="219241"/>
                    </a:cubicBezTo>
                    <a:cubicBezTo>
                      <a:pt x="0" y="340325"/>
                      <a:pt x="181951" y="438483"/>
                      <a:pt x="406400" y="438483"/>
                    </a:cubicBezTo>
                    <a:cubicBezTo>
                      <a:pt x="630849" y="438483"/>
                      <a:pt x="812800" y="340325"/>
                      <a:pt x="812800" y="219241"/>
                    </a:cubicBezTo>
                    <a:cubicBezTo>
                      <a:pt x="812800" y="98158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EFFFF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6200" y="3008"/>
                <a:ext cx="660400" cy="394367"/>
              </a:xfrm>
              <a:prstGeom prst="rect">
                <a:avLst/>
              </a:prstGeom>
            </p:spPr>
            <p:txBody>
              <a:bodyPr lIns="77222" tIns="77222" rIns="77222" bIns="77222" rtlCol="0" anchor="ctr"/>
              <a:lstStyle/>
              <a:p>
                <a:pPr algn="ctr">
                  <a:lnSpc>
                    <a:spcPts val="2141"/>
                  </a:lnSpc>
                </a:pPr>
                <a:endParaRPr/>
              </a:p>
            </p:txBody>
          </p:sp>
        </p:grpSp>
        <p:sp>
          <p:nvSpPr>
            <p:cNvPr id="24" name="Freeform 24"/>
            <p:cNvSpPr/>
            <p:nvPr/>
          </p:nvSpPr>
          <p:spPr>
            <a:xfrm rot="-7322834">
              <a:off x="45331" y="45331"/>
              <a:ext cx="239702" cy="239702"/>
            </a:xfrm>
            <a:custGeom>
              <a:avLst/>
              <a:gdLst/>
              <a:ahLst/>
              <a:cxnLst/>
              <a:rect l="l" t="t" r="r" b="b"/>
              <a:pathLst>
                <a:path w="239702" h="239702">
                  <a:moveTo>
                    <a:pt x="0" y="0"/>
                  </a:moveTo>
                  <a:lnTo>
                    <a:pt x="239702" y="0"/>
                  </a:lnTo>
                  <a:lnTo>
                    <a:pt x="239702" y="239702"/>
                  </a:lnTo>
                  <a:lnTo>
                    <a:pt x="0" y="239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4041594" y="2437416"/>
            <a:ext cx="10473657" cy="5236825"/>
            <a:chOff x="0" y="0"/>
            <a:chExt cx="13964876" cy="6982434"/>
          </a:xfrm>
        </p:grpSpPr>
        <p:grpSp>
          <p:nvGrpSpPr>
            <p:cNvPr id="26" name="Group 26"/>
            <p:cNvGrpSpPr/>
            <p:nvPr/>
          </p:nvGrpSpPr>
          <p:grpSpPr>
            <a:xfrm>
              <a:off x="0" y="0"/>
              <a:ext cx="13964876" cy="6982434"/>
              <a:chOff x="0" y="0"/>
              <a:chExt cx="2758494" cy="1379246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2758494" cy="1379246"/>
              </a:xfrm>
              <a:custGeom>
                <a:avLst/>
                <a:gdLst/>
                <a:ahLst/>
                <a:cxnLst/>
                <a:rect l="l" t="t" r="r" b="b"/>
                <a:pathLst>
                  <a:path w="2758494" h="1379246">
                    <a:moveTo>
                      <a:pt x="11088" y="0"/>
                    </a:moveTo>
                    <a:lnTo>
                      <a:pt x="2747406" y="0"/>
                    </a:lnTo>
                    <a:cubicBezTo>
                      <a:pt x="2750347" y="0"/>
                      <a:pt x="2753167" y="1168"/>
                      <a:pt x="2755247" y="3248"/>
                    </a:cubicBezTo>
                    <a:cubicBezTo>
                      <a:pt x="2757326" y="5327"/>
                      <a:pt x="2758494" y="8147"/>
                      <a:pt x="2758494" y="11088"/>
                    </a:cubicBezTo>
                    <a:lnTo>
                      <a:pt x="2758494" y="1368159"/>
                    </a:lnTo>
                    <a:cubicBezTo>
                      <a:pt x="2758494" y="1371099"/>
                      <a:pt x="2757326" y="1373919"/>
                      <a:pt x="2755247" y="1375999"/>
                    </a:cubicBezTo>
                    <a:cubicBezTo>
                      <a:pt x="2753167" y="1378078"/>
                      <a:pt x="2750347" y="1379246"/>
                      <a:pt x="2747406" y="1379246"/>
                    </a:cubicBezTo>
                    <a:lnTo>
                      <a:pt x="11088" y="1379246"/>
                    </a:lnTo>
                    <a:cubicBezTo>
                      <a:pt x="8147" y="1379246"/>
                      <a:pt x="5327" y="1378078"/>
                      <a:pt x="3248" y="1375999"/>
                    </a:cubicBezTo>
                    <a:cubicBezTo>
                      <a:pt x="1168" y="1373919"/>
                      <a:pt x="0" y="1371099"/>
                      <a:pt x="0" y="1368159"/>
                    </a:cubicBezTo>
                    <a:lnTo>
                      <a:pt x="0" y="11088"/>
                    </a:lnTo>
                    <a:cubicBezTo>
                      <a:pt x="0" y="8147"/>
                      <a:pt x="1168" y="5327"/>
                      <a:pt x="3248" y="3248"/>
                    </a:cubicBezTo>
                    <a:cubicBezTo>
                      <a:pt x="5327" y="1168"/>
                      <a:pt x="8147" y="0"/>
                      <a:pt x="11088" y="0"/>
                    </a:cubicBezTo>
                    <a:close/>
                  </a:path>
                </a:pathLst>
              </a:custGeom>
              <a:solidFill>
                <a:srgbClr val="386CB4">
                  <a:alpha val="87843"/>
                </a:srgbClr>
              </a:solidFill>
              <a:ln w="19050" cap="sq">
                <a:solidFill>
                  <a:srgbClr val="6AB7E4">
                    <a:alpha val="87843"/>
                  </a:srgbClr>
                </a:solidFill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-47625"/>
                <a:ext cx="2758494" cy="142687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76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464270" y="417623"/>
              <a:ext cx="12876896" cy="64504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3511"/>
                </a:lnSpc>
              </a:pPr>
              <a:r>
                <a:rPr lang="en-US" sz="2325" b="1">
                  <a:solidFill>
                    <a:srgbClr val="FFFFFF"/>
                  </a:solidFill>
                  <a:latin typeface="Play Bold"/>
                  <a:ea typeface="Play Bold"/>
                  <a:cs typeface="Play Bold"/>
                  <a:sym typeface="Play Bold"/>
                </a:rPr>
                <a:t>En esta tarea aprendí qué son las pasantías y por qué serán importantes para mí en el futuro. Aunque todavía no estoy en la universidad, sé que cuando llegue ese momento, las pasantías me van a ayudar a tener experiencia real en mi carrera. También me van a servir para conocer cómo se trabaja en una empresa, mejorar mis habilidades y tener más oportunidades cuando busque un empleo.</a:t>
              </a:r>
            </a:p>
            <a:p>
              <a:pPr algn="just">
                <a:lnSpc>
                  <a:spcPts val="3511"/>
                </a:lnSpc>
              </a:pPr>
              <a:endParaRPr lang="en-US" sz="2325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endParaRPr>
            </a:p>
            <a:p>
              <a:pPr algn="just">
                <a:lnSpc>
                  <a:spcPts val="3511"/>
                </a:lnSpc>
              </a:pPr>
              <a:r>
                <a:rPr lang="en-US" sz="2325" b="1">
                  <a:solidFill>
                    <a:srgbClr val="FFFFFF"/>
                  </a:solidFill>
                  <a:latin typeface="Play Bold"/>
                  <a:ea typeface="Play Bold"/>
                  <a:cs typeface="Play Bold"/>
                  <a:sym typeface="Play Bold"/>
                </a:rPr>
                <a:t>Ahora entiendo que hacer una pasantía no solo es una parte de la carrera, sino una gran oportunidad para aprender, crecer y prepararme mejor para lo que viene.</a:t>
              </a:r>
            </a:p>
            <a:p>
              <a:pPr algn="just">
                <a:lnSpc>
                  <a:spcPts val="3511"/>
                </a:lnSpc>
              </a:pPr>
              <a:endParaRPr lang="en-US" sz="2325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endParaRPr>
            </a:p>
          </p:txBody>
        </p:sp>
      </p:grpSp>
      <p:sp>
        <p:nvSpPr>
          <p:cNvPr id="30" name="Freeform 30"/>
          <p:cNvSpPr/>
          <p:nvPr/>
        </p:nvSpPr>
        <p:spPr>
          <a:xfrm>
            <a:off x="14954280" y="3559442"/>
            <a:ext cx="2103692" cy="4114800"/>
          </a:xfrm>
          <a:custGeom>
            <a:avLst/>
            <a:gdLst/>
            <a:ahLst/>
            <a:cxnLst/>
            <a:rect l="l" t="t" r="r" b="b"/>
            <a:pathLst>
              <a:path w="2103692" h="4114800">
                <a:moveTo>
                  <a:pt x="0" y="0"/>
                </a:moveTo>
                <a:lnTo>
                  <a:pt x="2103692" y="0"/>
                </a:lnTo>
                <a:lnTo>
                  <a:pt x="210369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448235" y="3682328"/>
            <a:ext cx="2026539" cy="4114800"/>
          </a:xfrm>
          <a:custGeom>
            <a:avLst/>
            <a:gdLst/>
            <a:ahLst/>
            <a:cxnLst/>
            <a:rect l="l" t="t" r="r" b="b"/>
            <a:pathLst>
              <a:path w="2026539" h="4114800">
                <a:moveTo>
                  <a:pt x="0" y="0"/>
                </a:moveTo>
                <a:lnTo>
                  <a:pt x="2026539" y="0"/>
                </a:lnTo>
                <a:lnTo>
                  <a:pt x="2026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6048629" y="1037172"/>
            <a:ext cx="6465687" cy="1019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en-US" sz="5999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Resumen</a:t>
            </a:r>
          </a:p>
        </p:txBody>
      </p:sp>
      <p:sp>
        <p:nvSpPr>
          <p:cNvPr id="33" name="Freeform 33">
            <a:hlinkClick r:id="rId14" action="ppaction://hlinksldjump"/>
          </p:cNvPr>
          <p:cNvSpPr/>
          <p:nvPr/>
        </p:nvSpPr>
        <p:spPr>
          <a:xfrm flipH="1">
            <a:off x="239022" y="224494"/>
            <a:ext cx="1832948" cy="804206"/>
          </a:xfrm>
          <a:custGeom>
            <a:avLst/>
            <a:gdLst/>
            <a:ahLst/>
            <a:cxnLst/>
            <a:rect l="l" t="t" r="r" b="b"/>
            <a:pathLst>
              <a:path w="1832948" h="804206">
                <a:moveTo>
                  <a:pt x="1832948" y="0"/>
                </a:moveTo>
                <a:lnTo>
                  <a:pt x="0" y="0"/>
                </a:lnTo>
                <a:lnTo>
                  <a:pt x="0" y="804206"/>
                </a:lnTo>
                <a:lnTo>
                  <a:pt x="1832948" y="804206"/>
                </a:lnTo>
                <a:lnTo>
                  <a:pt x="1832948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76173">
            <a:off x="-302584" y="7108356"/>
            <a:ext cx="18750609" cy="4299888"/>
          </a:xfrm>
          <a:custGeom>
            <a:avLst/>
            <a:gdLst/>
            <a:ahLst/>
            <a:cxnLst/>
            <a:rect l="l" t="t" r="r" b="b"/>
            <a:pathLst>
              <a:path w="18750609" h="4299888">
                <a:moveTo>
                  <a:pt x="0" y="0"/>
                </a:moveTo>
                <a:lnTo>
                  <a:pt x="18750609" y="0"/>
                </a:lnTo>
                <a:lnTo>
                  <a:pt x="18750609" y="4299888"/>
                </a:lnTo>
                <a:lnTo>
                  <a:pt x="0" y="42998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2000" r="-96827" b="-1203106"/>
            </a:stretch>
          </a:blipFill>
        </p:spPr>
      </p:sp>
      <p:sp>
        <p:nvSpPr>
          <p:cNvPr id="4" name="Freeform 4"/>
          <p:cNvSpPr/>
          <p:nvPr/>
        </p:nvSpPr>
        <p:spPr>
          <a:xfrm rot="29985">
            <a:off x="1181186" y="8663874"/>
            <a:ext cx="3729534" cy="843807"/>
          </a:xfrm>
          <a:custGeom>
            <a:avLst/>
            <a:gdLst/>
            <a:ahLst/>
            <a:cxnLst/>
            <a:rect l="l" t="t" r="r" b="b"/>
            <a:pathLst>
              <a:path w="3729534" h="843807">
                <a:moveTo>
                  <a:pt x="0" y="0"/>
                </a:moveTo>
                <a:lnTo>
                  <a:pt x="3729534" y="0"/>
                </a:lnTo>
                <a:lnTo>
                  <a:pt x="3729534" y="843807"/>
                </a:lnTo>
                <a:lnTo>
                  <a:pt x="0" y="8438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785528" flipH="1">
            <a:off x="5187430" y="7525945"/>
            <a:ext cx="1641997" cy="371502"/>
          </a:xfrm>
          <a:custGeom>
            <a:avLst/>
            <a:gdLst/>
            <a:ahLst/>
            <a:cxnLst/>
            <a:rect l="l" t="t" r="r" b="b"/>
            <a:pathLst>
              <a:path w="1641997" h="371502">
                <a:moveTo>
                  <a:pt x="1641997" y="0"/>
                </a:moveTo>
                <a:lnTo>
                  <a:pt x="0" y="0"/>
                </a:lnTo>
                <a:lnTo>
                  <a:pt x="0" y="371502"/>
                </a:lnTo>
                <a:lnTo>
                  <a:pt x="1641997" y="371502"/>
                </a:lnTo>
                <a:lnTo>
                  <a:pt x="1641997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51607" flipH="1">
            <a:off x="8554613" y="8334805"/>
            <a:ext cx="1716079" cy="388263"/>
          </a:xfrm>
          <a:custGeom>
            <a:avLst/>
            <a:gdLst/>
            <a:ahLst/>
            <a:cxnLst/>
            <a:rect l="l" t="t" r="r" b="b"/>
            <a:pathLst>
              <a:path w="1716079" h="388263">
                <a:moveTo>
                  <a:pt x="1716079" y="0"/>
                </a:moveTo>
                <a:lnTo>
                  <a:pt x="0" y="0"/>
                </a:lnTo>
                <a:lnTo>
                  <a:pt x="0" y="388263"/>
                </a:lnTo>
                <a:lnTo>
                  <a:pt x="1716079" y="388263"/>
                </a:lnTo>
                <a:lnTo>
                  <a:pt x="1716079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35003">
            <a:off x="14707211" y="7712954"/>
            <a:ext cx="1980881" cy="448174"/>
          </a:xfrm>
          <a:custGeom>
            <a:avLst/>
            <a:gdLst/>
            <a:ahLst/>
            <a:cxnLst/>
            <a:rect l="l" t="t" r="r" b="b"/>
            <a:pathLst>
              <a:path w="1980881" h="448174">
                <a:moveTo>
                  <a:pt x="0" y="0"/>
                </a:moveTo>
                <a:lnTo>
                  <a:pt x="1980880" y="0"/>
                </a:lnTo>
                <a:lnTo>
                  <a:pt x="1980880" y="448175"/>
                </a:lnTo>
                <a:lnTo>
                  <a:pt x="0" y="4481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29985" flipH="1" flipV="1">
            <a:off x="10061938" y="9159911"/>
            <a:ext cx="3409294" cy="771353"/>
          </a:xfrm>
          <a:custGeom>
            <a:avLst/>
            <a:gdLst/>
            <a:ahLst/>
            <a:cxnLst/>
            <a:rect l="l" t="t" r="r" b="b"/>
            <a:pathLst>
              <a:path w="3409294" h="771353">
                <a:moveTo>
                  <a:pt x="3409294" y="771353"/>
                </a:moveTo>
                <a:lnTo>
                  <a:pt x="0" y="771353"/>
                </a:lnTo>
                <a:lnTo>
                  <a:pt x="0" y="0"/>
                </a:lnTo>
                <a:lnTo>
                  <a:pt x="3409294" y="0"/>
                </a:lnTo>
                <a:lnTo>
                  <a:pt x="3409294" y="771353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4582254">
            <a:off x="528555" y="7427282"/>
            <a:ext cx="1839358" cy="3085769"/>
          </a:xfrm>
          <a:custGeom>
            <a:avLst/>
            <a:gdLst/>
            <a:ahLst/>
            <a:cxnLst/>
            <a:rect l="l" t="t" r="r" b="b"/>
            <a:pathLst>
              <a:path w="1839358" h="3085769">
                <a:moveTo>
                  <a:pt x="0" y="0"/>
                </a:moveTo>
                <a:lnTo>
                  <a:pt x="1839359" y="0"/>
                </a:lnTo>
                <a:lnTo>
                  <a:pt x="1839359" y="3085769"/>
                </a:lnTo>
                <a:lnTo>
                  <a:pt x="0" y="3085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2913" t="-32250" r="-456244" b="-86436"/>
            </a:stretch>
          </a:blipFill>
        </p:spPr>
      </p:sp>
      <p:sp>
        <p:nvSpPr>
          <p:cNvPr id="10" name="Freeform 10"/>
          <p:cNvSpPr/>
          <p:nvPr/>
        </p:nvSpPr>
        <p:spPr>
          <a:xfrm rot="-3352254">
            <a:off x="6881906" y="6254244"/>
            <a:ext cx="1839358" cy="3085769"/>
          </a:xfrm>
          <a:custGeom>
            <a:avLst/>
            <a:gdLst/>
            <a:ahLst/>
            <a:cxnLst/>
            <a:rect l="l" t="t" r="r" b="b"/>
            <a:pathLst>
              <a:path w="1839358" h="3085769">
                <a:moveTo>
                  <a:pt x="0" y="0"/>
                </a:moveTo>
                <a:lnTo>
                  <a:pt x="1839358" y="0"/>
                </a:lnTo>
                <a:lnTo>
                  <a:pt x="1839358" y="3085769"/>
                </a:lnTo>
                <a:lnTo>
                  <a:pt x="0" y="3085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2913" t="-32250" r="-456244" b="-86436"/>
            </a:stretch>
          </a:blipFill>
        </p:spPr>
      </p:sp>
      <p:sp>
        <p:nvSpPr>
          <p:cNvPr id="11" name="Freeform 11"/>
          <p:cNvSpPr/>
          <p:nvPr/>
        </p:nvSpPr>
        <p:spPr>
          <a:xfrm rot="-5737372">
            <a:off x="13096056" y="6756241"/>
            <a:ext cx="1849320" cy="3188012"/>
          </a:xfrm>
          <a:custGeom>
            <a:avLst/>
            <a:gdLst/>
            <a:ahLst/>
            <a:cxnLst/>
            <a:rect l="l" t="t" r="r" b="b"/>
            <a:pathLst>
              <a:path w="1849320" h="3188012">
                <a:moveTo>
                  <a:pt x="0" y="0"/>
                </a:moveTo>
                <a:lnTo>
                  <a:pt x="1849320" y="0"/>
                </a:lnTo>
                <a:lnTo>
                  <a:pt x="1849320" y="3188012"/>
                </a:lnTo>
                <a:lnTo>
                  <a:pt x="0" y="31880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3674" t="-30318" r="-458140" b="-83092"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16696126" y="871207"/>
            <a:ext cx="1894194" cy="1894194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AB7E4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1180" tIns="31180" rIns="31180" bIns="31180" rtlCol="0" anchor="ctr"/>
            <a:lstStyle/>
            <a:p>
              <a:pPr algn="ctr">
                <a:lnSpc>
                  <a:spcPts val="163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6468055" y="555508"/>
            <a:ext cx="2525592" cy="2525592"/>
          </a:xfrm>
          <a:custGeom>
            <a:avLst/>
            <a:gdLst/>
            <a:ahLst/>
            <a:cxnLst/>
            <a:rect l="l" t="t" r="r" b="b"/>
            <a:pathLst>
              <a:path w="2525592" h="2525592">
                <a:moveTo>
                  <a:pt x="0" y="0"/>
                </a:moveTo>
                <a:lnTo>
                  <a:pt x="2525592" y="0"/>
                </a:lnTo>
                <a:lnTo>
                  <a:pt x="2525592" y="2525592"/>
                </a:lnTo>
                <a:lnTo>
                  <a:pt x="0" y="25255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3050727">
            <a:off x="10149674" y="7106809"/>
            <a:ext cx="1837874" cy="3120681"/>
          </a:xfrm>
          <a:custGeom>
            <a:avLst/>
            <a:gdLst/>
            <a:ahLst/>
            <a:cxnLst/>
            <a:rect l="l" t="t" r="r" b="b"/>
            <a:pathLst>
              <a:path w="1837874" h="3120681">
                <a:moveTo>
                  <a:pt x="0" y="0"/>
                </a:moveTo>
                <a:lnTo>
                  <a:pt x="1837874" y="0"/>
                </a:lnTo>
                <a:lnTo>
                  <a:pt x="1837874" y="3120681"/>
                </a:lnTo>
                <a:lnTo>
                  <a:pt x="0" y="31206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0593" t="-30962" r="-453963" b="-84068"/>
            </a:stretch>
          </a:blipFill>
        </p:spPr>
      </p:sp>
      <p:sp>
        <p:nvSpPr>
          <p:cNvPr id="17" name="Freeform 17"/>
          <p:cNvSpPr/>
          <p:nvPr/>
        </p:nvSpPr>
        <p:spPr>
          <a:xfrm rot="-5541612">
            <a:off x="3557312" y="6490086"/>
            <a:ext cx="1854445" cy="3111079"/>
          </a:xfrm>
          <a:custGeom>
            <a:avLst/>
            <a:gdLst/>
            <a:ahLst/>
            <a:cxnLst/>
            <a:rect l="l" t="t" r="r" b="b"/>
            <a:pathLst>
              <a:path w="1854445" h="3111079">
                <a:moveTo>
                  <a:pt x="0" y="0"/>
                </a:moveTo>
                <a:lnTo>
                  <a:pt x="1854445" y="0"/>
                </a:lnTo>
                <a:lnTo>
                  <a:pt x="1854445" y="3111079"/>
                </a:lnTo>
                <a:lnTo>
                  <a:pt x="0" y="31110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2913" t="-32250" r="-456244" b="-86436"/>
            </a:stretch>
          </a:blipFill>
        </p:spPr>
      </p:sp>
      <p:sp>
        <p:nvSpPr>
          <p:cNvPr id="18" name="Freeform 18"/>
          <p:cNvSpPr/>
          <p:nvPr/>
        </p:nvSpPr>
        <p:spPr>
          <a:xfrm rot="-3162241">
            <a:off x="16339755" y="6656957"/>
            <a:ext cx="1839358" cy="3085769"/>
          </a:xfrm>
          <a:custGeom>
            <a:avLst/>
            <a:gdLst/>
            <a:ahLst/>
            <a:cxnLst/>
            <a:rect l="l" t="t" r="r" b="b"/>
            <a:pathLst>
              <a:path w="1839358" h="3085769">
                <a:moveTo>
                  <a:pt x="0" y="0"/>
                </a:moveTo>
                <a:lnTo>
                  <a:pt x="1839358" y="0"/>
                </a:lnTo>
                <a:lnTo>
                  <a:pt x="1839358" y="3085769"/>
                </a:lnTo>
                <a:lnTo>
                  <a:pt x="0" y="3085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02913" t="-32250" r="-456244" b="-86436"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5458726" y="6652986"/>
            <a:ext cx="247773" cy="1284056"/>
            <a:chOff x="0" y="0"/>
            <a:chExt cx="330364" cy="1712074"/>
          </a:xfrm>
        </p:grpSpPr>
        <p:sp>
          <p:nvSpPr>
            <p:cNvPr id="20" name="AutoShape 20"/>
            <p:cNvSpPr/>
            <p:nvPr/>
          </p:nvSpPr>
          <p:spPr>
            <a:xfrm rot="-5416219">
              <a:off x="-536161" y="961746"/>
              <a:ext cx="1402686" cy="0"/>
            </a:xfrm>
            <a:prstGeom prst="line">
              <a:avLst/>
            </a:prstGeom>
            <a:ln w="24166" cap="flat">
              <a:solidFill>
                <a:srgbClr val="1EFFFF"/>
              </a:soli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21" name="Group 21"/>
            <p:cNvGrpSpPr/>
            <p:nvPr/>
          </p:nvGrpSpPr>
          <p:grpSpPr>
            <a:xfrm rot="-16219">
              <a:off x="97355" y="1638573"/>
              <a:ext cx="135654" cy="73182"/>
              <a:chOff x="0" y="0"/>
              <a:chExt cx="812800" cy="438483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438483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38483">
                    <a:moveTo>
                      <a:pt x="406400" y="0"/>
                    </a:moveTo>
                    <a:cubicBezTo>
                      <a:pt x="181951" y="0"/>
                      <a:pt x="0" y="98158"/>
                      <a:pt x="0" y="219241"/>
                    </a:cubicBezTo>
                    <a:cubicBezTo>
                      <a:pt x="0" y="340325"/>
                      <a:pt x="181951" y="438483"/>
                      <a:pt x="406400" y="438483"/>
                    </a:cubicBezTo>
                    <a:cubicBezTo>
                      <a:pt x="630849" y="438483"/>
                      <a:pt x="812800" y="340325"/>
                      <a:pt x="812800" y="219241"/>
                    </a:cubicBezTo>
                    <a:cubicBezTo>
                      <a:pt x="812800" y="98158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EFFFF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6200" y="3008"/>
                <a:ext cx="660400" cy="394367"/>
              </a:xfrm>
              <a:prstGeom prst="rect">
                <a:avLst/>
              </a:prstGeom>
            </p:spPr>
            <p:txBody>
              <a:bodyPr lIns="77222" tIns="77222" rIns="77222" bIns="77222" rtlCol="0" anchor="ctr"/>
              <a:lstStyle/>
              <a:p>
                <a:pPr algn="ctr">
                  <a:lnSpc>
                    <a:spcPts val="2141"/>
                  </a:lnSpc>
                </a:pPr>
                <a:endParaRPr/>
              </a:p>
            </p:txBody>
          </p:sp>
        </p:grpSp>
        <p:sp>
          <p:nvSpPr>
            <p:cNvPr id="24" name="Freeform 24"/>
            <p:cNvSpPr/>
            <p:nvPr/>
          </p:nvSpPr>
          <p:spPr>
            <a:xfrm rot="-7322834">
              <a:off x="45331" y="45331"/>
              <a:ext cx="239702" cy="239702"/>
            </a:xfrm>
            <a:custGeom>
              <a:avLst/>
              <a:gdLst/>
              <a:ahLst/>
              <a:cxnLst/>
              <a:rect l="l" t="t" r="r" b="b"/>
              <a:pathLst>
                <a:path w="239702" h="239702">
                  <a:moveTo>
                    <a:pt x="0" y="0"/>
                  </a:moveTo>
                  <a:lnTo>
                    <a:pt x="239702" y="0"/>
                  </a:lnTo>
                  <a:lnTo>
                    <a:pt x="239702" y="239702"/>
                  </a:lnTo>
                  <a:lnTo>
                    <a:pt x="0" y="239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25" name="Freeform 25"/>
          <p:cNvSpPr/>
          <p:nvPr/>
        </p:nvSpPr>
        <p:spPr>
          <a:xfrm>
            <a:off x="3045953" y="2108685"/>
            <a:ext cx="11953087" cy="4860657"/>
          </a:xfrm>
          <a:custGeom>
            <a:avLst/>
            <a:gdLst/>
            <a:ahLst/>
            <a:cxnLst/>
            <a:rect l="l" t="t" r="r" b="b"/>
            <a:pathLst>
              <a:path w="11953087" h="4860657">
                <a:moveTo>
                  <a:pt x="0" y="0"/>
                </a:moveTo>
                <a:lnTo>
                  <a:pt x="11953088" y="0"/>
                </a:lnTo>
                <a:lnTo>
                  <a:pt x="11953088" y="4860658"/>
                </a:lnTo>
                <a:lnTo>
                  <a:pt x="0" y="486065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5767919" y="441208"/>
            <a:ext cx="7289466" cy="1019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CÓDIGO DE HONOR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110351" y="2776114"/>
            <a:ext cx="9824292" cy="2822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49"/>
              </a:lnSpc>
            </a:pPr>
            <a:r>
              <a:rPr lang="en-US" sz="4999" b="1">
                <a:solidFill>
                  <a:srgbClr val="FFFFFF"/>
                </a:solidFill>
                <a:latin typeface="Play Bold"/>
                <a:ea typeface="Play Bold"/>
                <a:cs typeface="Play Bold"/>
                <a:sym typeface="Play Bold"/>
              </a:rPr>
              <a:t>Hago constar que no he dado ni recibido ayuda no autorizada en la realización de esta asignación.</a:t>
            </a:r>
          </a:p>
        </p:txBody>
      </p:sp>
      <p:sp>
        <p:nvSpPr>
          <p:cNvPr id="28" name="Freeform 28">
            <a:hlinkClick r:id="rId12" action="ppaction://hlinksldjump"/>
          </p:cNvPr>
          <p:cNvSpPr/>
          <p:nvPr/>
        </p:nvSpPr>
        <p:spPr>
          <a:xfrm flipH="1">
            <a:off x="261103" y="469104"/>
            <a:ext cx="1832948" cy="804206"/>
          </a:xfrm>
          <a:custGeom>
            <a:avLst/>
            <a:gdLst/>
            <a:ahLst/>
            <a:cxnLst/>
            <a:rect l="l" t="t" r="r" b="b"/>
            <a:pathLst>
              <a:path w="1832948" h="804206">
                <a:moveTo>
                  <a:pt x="1832948" y="0"/>
                </a:moveTo>
                <a:lnTo>
                  <a:pt x="0" y="0"/>
                </a:lnTo>
                <a:lnTo>
                  <a:pt x="0" y="804206"/>
                </a:lnTo>
                <a:lnTo>
                  <a:pt x="1832948" y="804206"/>
                </a:lnTo>
                <a:lnTo>
                  <a:pt x="1832948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/>
    </mc:Choice>
    <mc:Fallback>
      <p:transition spd="slow"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875</Words>
  <Application>Microsoft Macintosh PowerPoint</Application>
  <PresentationFormat>Personalizado</PresentationFormat>
  <Paragraphs>103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9" baseType="lpstr">
      <vt:lpstr>Maragsa</vt:lpstr>
      <vt:lpstr>Play</vt:lpstr>
      <vt:lpstr>Calibri</vt:lpstr>
      <vt:lpstr>Arial</vt:lpstr>
      <vt:lpstr>Play Bold</vt:lpstr>
      <vt:lpstr>TAN Nimbus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Modern Business Roadmap Presentation</dc:title>
  <cp:lastModifiedBy>3196607@clases.edu.sv</cp:lastModifiedBy>
  <cp:revision>2</cp:revision>
  <dcterms:created xsi:type="dcterms:W3CDTF">2006-08-16T00:00:00Z</dcterms:created>
  <dcterms:modified xsi:type="dcterms:W3CDTF">2025-06-08T05:52:43Z</dcterms:modified>
  <dc:identifier>DAGpt3mjo8A</dc:identifier>
</cp:coreProperties>
</file>